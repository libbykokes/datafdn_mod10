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3"/>
    <p:sldMasterId id="2147483667" r:id="rId4"/>
    <p:sldMasterId id="2147483652" r:id="rId5"/>
  </p:sldMasterIdLst>
  <p:notesMasterIdLst>
    <p:notesMasterId r:id="rId43"/>
  </p:notesMasterIdLst>
  <p:sldIdLst>
    <p:sldId id="256" r:id="rId6"/>
    <p:sldId id="260" r:id="rId7"/>
    <p:sldId id="301" r:id="rId8"/>
    <p:sldId id="341" r:id="rId9"/>
    <p:sldId id="302" r:id="rId10"/>
    <p:sldId id="342" r:id="rId11"/>
    <p:sldId id="303" r:id="rId12"/>
    <p:sldId id="343" r:id="rId13"/>
    <p:sldId id="344" r:id="rId14"/>
    <p:sldId id="304" r:id="rId15"/>
    <p:sldId id="305" r:id="rId16"/>
    <p:sldId id="339" r:id="rId17"/>
    <p:sldId id="306" r:id="rId18"/>
    <p:sldId id="307" r:id="rId19"/>
    <p:sldId id="308" r:id="rId20"/>
    <p:sldId id="309" r:id="rId21"/>
    <p:sldId id="338" r:id="rId22"/>
    <p:sldId id="310" r:id="rId23"/>
    <p:sldId id="311" r:id="rId24"/>
    <p:sldId id="340" r:id="rId25"/>
    <p:sldId id="315" r:id="rId26"/>
    <p:sldId id="313" r:id="rId27"/>
    <p:sldId id="262" r:id="rId28"/>
    <p:sldId id="316" r:id="rId29"/>
    <p:sldId id="317" r:id="rId30"/>
    <p:sldId id="345" r:id="rId31"/>
    <p:sldId id="318" r:id="rId32"/>
    <p:sldId id="319" r:id="rId33"/>
    <p:sldId id="320" r:id="rId34"/>
    <p:sldId id="321" r:id="rId35"/>
    <p:sldId id="322" r:id="rId36"/>
    <p:sldId id="323" r:id="rId37"/>
    <p:sldId id="324" r:id="rId38"/>
    <p:sldId id="325" r:id="rId39"/>
    <p:sldId id="346" r:id="rId40"/>
    <p:sldId id="326" r:id="rId41"/>
    <p:sldId id="335" r:id="rId4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A8E2"/>
    <a:srgbClr val="25005C"/>
    <a:srgbClr val="E2CA9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582" autoAdjust="0"/>
    <p:restoredTop sz="94712"/>
  </p:normalViewPr>
  <p:slideViewPr>
    <p:cSldViewPr snapToGrid="0" snapToObjects="1" showGuides="1">
      <p:cViewPr varScale="1">
        <p:scale>
          <a:sx n="111" d="100"/>
          <a:sy n="111" d="100"/>
        </p:scale>
        <p:origin x="784" y="488"/>
      </p:cViewPr>
      <p:guideLst>
        <p:guide orient="horz" pos="1620"/>
        <p:guide pos="28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3.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2.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slideMaster" Target="slideMasters/slideMaster1.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Swartley" userId="4da299d0-20a0-48da-b809-776f047911dd" providerId="ADAL" clId="{17C0DEBE-B1F5-4AB9-92F8-ACCD58DE0784}"/>
    <pc:docChg chg="modSld">
      <pc:chgData name="Laura Swartley" userId="4da299d0-20a0-48da-b809-776f047911dd" providerId="ADAL" clId="{17C0DEBE-B1F5-4AB9-92F8-ACCD58DE0784}" dt="2024-08-12T23:08:36.845" v="5116" actId="962"/>
      <pc:docMkLst>
        <pc:docMk/>
      </pc:docMkLst>
      <pc:sldChg chg="modSp mod">
        <pc:chgData name="Laura Swartley" userId="4da299d0-20a0-48da-b809-776f047911dd" providerId="ADAL" clId="{17C0DEBE-B1F5-4AB9-92F8-ACCD58DE0784}" dt="2024-08-12T21:39:30.864" v="0" actId="962"/>
        <pc:sldMkLst>
          <pc:docMk/>
          <pc:sldMk cId="3062614073" sldId="302"/>
        </pc:sldMkLst>
        <pc:picChg chg="mod">
          <ac:chgData name="Laura Swartley" userId="4da299d0-20a0-48da-b809-776f047911dd" providerId="ADAL" clId="{17C0DEBE-B1F5-4AB9-92F8-ACCD58DE0784}" dt="2024-08-12T21:39:30.864" v="0" actId="962"/>
          <ac:picMkLst>
            <pc:docMk/>
            <pc:sldMk cId="3062614073" sldId="302"/>
            <ac:picMk id="4" creationId="{A43DE9F5-FECF-22F3-BDD0-7CD5409E675B}"/>
          </ac:picMkLst>
        </pc:picChg>
      </pc:sldChg>
      <pc:sldChg chg="modSp mod">
        <pc:chgData name="Laura Swartley" userId="4da299d0-20a0-48da-b809-776f047911dd" providerId="ADAL" clId="{17C0DEBE-B1F5-4AB9-92F8-ACCD58DE0784}" dt="2024-08-12T21:41:26.214" v="639" actId="1076"/>
        <pc:sldMkLst>
          <pc:docMk/>
          <pc:sldMk cId="3724148817" sldId="303"/>
        </pc:sldMkLst>
        <pc:picChg chg="mod">
          <ac:chgData name="Laura Swartley" userId="4da299d0-20a0-48da-b809-776f047911dd" providerId="ADAL" clId="{17C0DEBE-B1F5-4AB9-92F8-ACCD58DE0784}" dt="2024-08-12T21:41:26.214" v="639" actId="1076"/>
          <ac:picMkLst>
            <pc:docMk/>
            <pc:sldMk cId="3724148817" sldId="303"/>
            <ac:picMk id="4" creationId="{315E898B-183F-94E0-E9EA-6033B6DF9B8B}"/>
          </ac:picMkLst>
        </pc:picChg>
      </pc:sldChg>
      <pc:sldChg chg="modSp mod">
        <pc:chgData name="Laura Swartley" userId="4da299d0-20a0-48da-b809-776f047911dd" providerId="ADAL" clId="{17C0DEBE-B1F5-4AB9-92F8-ACCD58DE0784}" dt="2024-08-12T21:42:43.786" v="1019" actId="962"/>
        <pc:sldMkLst>
          <pc:docMk/>
          <pc:sldMk cId="2954914949" sldId="304"/>
        </pc:sldMkLst>
        <pc:picChg chg="mod">
          <ac:chgData name="Laura Swartley" userId="4da299d0-20a0-48da-b809-776f047911dd" providerId="ADAL" clId="{17C0DEBE-B1F5-4AB9-92F8-ACCD58DE0784}" dt="2024-08-12T21:42:28.281" v="949" actId="962"/>
          <ac:picMkLst>
            <pc:docMk/>
            <pc:sldMk cId="2954914949" sldId="304"/>
            <ac:picMk id="4" creationId="{89AB798F-72B2-3DC8-8250-D1C0E7D64864}"/>
          </ac:picMkLst>
        </pc:picChg>
        <pc:picChg chg="mod">
          <ac:chgData name="Laura Swartley" userId="4da299d0-20a0-48da-b809-776f047911dd" providerId="ADAL" clId="{17C0DEBE-B1F5-4AB9-92F8-ACCD58DE0784}" dt="2024-08-12T21:42:43.786" v="1019" actId="962"/>
          <ac:picMkLst>
            <pc:docMk/>
            <pc:sldMk cId="2954914949" sldId="304"/>
            <ac:picMk id="5" creationId="{885E9150-4A0E-CAED-E190-A31F4B8AFA16}"/>
          </ac:picMkLst>
        </pc:picChg>
      </pc:sldChg>
      <pc:sldChg chg="modSp mod">
        <pc:chgData name="Laura Swartley" userId="4da299d0-20a0-48da-b809-776f047911dd" providerId="ADAL" clId="{17C0DEBE-B1F5-4AB9-92F8-ACCD58DE0784}" dt="2024-08-12T21:43:40.497" v="1258" actId="962"/>
        <pc:sldMkLst>
          <pc:docMk/>
          <pc:sldMk cId="2885279396" sldId="305"/>
        </pc:sldMkLst>
        <pc:picChg chg="mod">
          <ac:chgData name="Laura Swartley" userId="4da299d0-20a0-48da-b809-776f047911dd" providerId="ADAL" clId="{17C0DEBE-B1F5-4AB9-92F8-ACCD58DE0784}" dt="2024-08-12T21:43:15.380" v="1154" actId="962"/>
          <ac:picMkLst>
            <pc:docMk/>
            <pc:sldMk cId="2885279396" sldId="305"/>
            <ac:picMk id="6" creationId="{E2059D79-BF00-6B2A-0A3F-402B06CD9744}"/>
          </ac:picMkLst>
        </pc:picChg>
        <pc:picChg chg="mod">
          <ac:chgData name="Laura Swartley" userId="4da299d0-20a0-48da-b809-776f047911dd" providerId="ADAL" clId="{17C0DEBE-B1F5-4AB9-92F8-ACCD58DE0784}" dt="2024-08-12T21:43:40.497" v="1258" actId="962"/>
          <ac:picMkLst>
            <pc:docMk/>
            <pc:sldMk cId="2885279396" sldId="305"/>
            <ac:picMk id="7" creationId="{2D0E670C-612D-1B2E-DB67-03DA8C6574E1}"/>
          </ac:picMkLst>
        </pc:picChg>
      </pc:sldChg>
      <pc:sldChg chg="modSp mod">
        <pc:chgData name="Laura Swartley" userId="4da299d0-20a0-48da-b809-776f047911dd" providerId="ADAL" clId="{17C0DEBE-B1F5-4AB9-92F8-ACCD58DE0784}" dt="2024-08-12T21:44:11.447" v="1264" actId="962"/>
        <pc:sldMkLst>
          <pc:docMk/>
          <pc:sldMk cId="2913880497" sldId="308"/>
        </pc:sldMkLst>
        <pc:picChg chg="mod">
          <ac:chgData name="Laura Swartley" userId="4da299d0-20a0-48da-b809-776f047911dd" providerId="ADAL" clId="{17C0DEBE-B1F5-4AB9-92F8-ACCD58DE0784}" dt="2024-08-12T21:44:11.447" v="1264" actId="962"/>
          <ac:picMkLst>
            <pc:docMk/>
            <pc:sldMk cId="2913880497" sldId="308"/>
            <ac:picMk id="4" creationId="{3C84D9C2-FEFB-3EF8-157C-96C1449E8E80}"/>
          </ac:picMkLst>
        </pc:picChg>
      </pc:sldChg>
      <pc:sldChg chg="modSp mod">
        <pc:chgData name="Laura Swartley" userId="4da299d0-20a0-48da-b809-776f047911dd" providerId="ADAL" clId="{17C0DEBE-B1F5-4AB9-92F8-ACCD58DE0784}" dt="2024-08-12T21:44:54.880" v="1479" actId="962"/>
        <pc:sldMkLst>
          <pc:docMk/>
          <pc:sldMk cId="53327641" sldId="309"/>
        </pc:sldMkLst>
        <pc:picChg chg="mod">
          <ac:chgData name="Laura Swartley" userId="4da299d0-20a0-48da-b809-776f047911dd" providerId="ADAL" clId="{17C0DEBE-B1F5-4AB9-92F8-ACCD58DE0784}" dt="2024-08-12T21:44:54.880" v="1479" actId="962"/>
          <ac:picMkLst>
            <pc:docMk/>
            <pc:sldMk cId="53327641" sldId="309"/>
            <ac:picMk id="20" creationId="{6E7C281C-91A0-718D-A7B2-4851F680710B}"/>
          </ac:picMkLst>
        </pc:picChg>
      </pc:sldChg>
      <pc:sldChg chg="modSp mod">
        <pc:chgData name="Laura Swartley" userId="4da299d0-20a0-48da-b809-776f047911dd" providerId="ADAL" clId="{17C0DEBE-B1F5-4AB9-92F8-ACCD58DE0784}" dt="2024-08-12T21:47:28.880" v="2442" actId="962"/>
        <pc:sldMkLst>
          <pc:docMk/>
          <pc:sldMk cId="2991235381" sldId="311"/>
        </pc:sldMkLst>
        <pc:spChg chg="mod">
          <ac:chgData name="Laura Swartley" userId="4da299d0-20a0-48da-b809-776f047911dd" providerId="ADAL" clId="{17C0DEBE-B1F5-4AB9-92F8-ACCD58DE0784}" dt="2024-08-12T21:47:28.880" v="2442" actId="962"/>
          <ac:spMkLst>
            <pc:docMk/>
            <pc:sldMk cId="2991235381" sldId="311"/>
            <ac:spMk id="2" creationId="{4728F872-D548-A876-D853-07E69C6D61BE}"/>
          </ac:spMkLst>
        </pc:spChg>
        <pc:spChg chg="mod">
          <ac:chgData name="Laura Swartley" userId="4da299d0-20a0-48da-b809-776f047911dd" providerId="ADAL" clId="{17C0DEBE-B1F5-4AB9-92F8-ACCD58DE0784}" dt="2024-08-12T21:47:16.497" v="2390" actId="1076"/>
          <ac:spMkLst>
            <pc:docMk/>
            <pc:sldMk cId="2991235381" sldId="311"/>
            <ac:spMk id="7" creationId="{712092E4-D4C3-8641-A350-82C455AF5238}"/>
          </ac:spMkLst>
        </pc:spChg>
        <pc:picChg chg="mod">
          <ac:chgData name="Laura Swartley" userId="4da299d0-20a0-48da-b809-776f047911dd" providerId="ADAL" clId="{17C0DEBE-B1F5-4AB9-92F8-ACCD58DE0784}" dt="2024-08-12T21:46:58.013" v="2386" actId="962"/>
          <ac:picMkLst>
            <pc:docMk/>
            <pc:sldMk cId="2991235381" sldId="311"/>
            <ac:picMk id="6" creationId="{1A27705F-CB62-D052-2B23-97AE8971A790}"/>
          </ac:picMkLst>
        </pc:picChg>
      </pc:sldChg>
      <pc:sldChg chg="modSp mod">
        <pc:chgData name="Laura Swartley" userId="4da299d0-20a0-48da-b809-776f047911dd" providerId="ADAL" clId="{17C0DEBE-B1F5-4AB9-92F8-ACCD58DE0784}" dt="2024-08-12T23:02:58.514" v="3050" actId="962"/>
        <pc:sldMkLst>
          <pc:docMk/>
          <pc:sldMk cId="2061921235" sldId="313"/>
        </pc:sldMkLst>
        <pc:picChg chg="mod">
          <ac:chgData name="Laura Swartley" userId="4da299d0-20a0-48da-b809-776f047911dd" providerId="ADAL" clId="{17C0DEBE-B1F5-4AB9-92F8-ACCD58DE0784}" dt="2024-08-12T23:02:58.514" v="3050" actId="962"/>
          <ac:picMkLst>
            <pc:docMk/>
            <pc:sldMk cId="2061921235" sldId="313"/>
            <ac:picMk id="10" creationId="{C48FF289-C48E-7DBE-5CF0-2F0FF4370F79}"/>
          </ac:picMkLst>
        </pc:picChg>
      </pc:sldChg>
      <pc:sldChg chg="modSp mod">
        <pc:chgData name="Laura Swartley" userId="4da299d0-20a0-48da-b809-776f047911dd" providerId="ADAL" clId="{17C0DEBE-B1F5-4AB9-92F8-ACCD58DE0784}" dt="2024-08-12T23:03:17.164" v="3152" actId="962"/>
        <pc:sldMkLst>
          <pc:docMk/>
          <pc:sldMk cId="3544458075" sldId="318"/>
        </pc:sldMkLst>
        <pc:picChg chg="mod">
          <ac:chgData name="Laura Swartley" userId="4da299d0-20a0-48da-b809-776f047911dd" providerId="ADAL" clId="{17C0DEBE-B1F5-4AB9-92F8-ACCD58DE0784}" dt="2024-08-12T23:03:17.164" v="3152" actId="962"/>
          <ac:picMkLst>
            <pc:docMk/>
            <pc:sldMk cId="3544458075" sldId="318"/>
            <ac:picMk id="9" creationId="{F490B0D3-54C6-1469-604C-736928A6EDEB}"/>
          </ac:picMkLst>
        </pc:picChg>
      </pc:sldChg>
      <pc:sldChg chg="modSp mod">
        <pc:chgData name="Laura Swartley" userId="4da299d0-20a0-48da-b809-776f047911dd" providerId="ADAL" clId="{17C0DEBE-B1F5-4AB9-92F8-ACCD58DE0784}" dt="2024-08-12T23:04:08.668" v="3272" actId="962"/>
        <pc:sldMkLst>
          <pc:docMk/>
          <pc:sldMk cId="70661508" sldId="320"/>
        </pc:sldMkLst>
        <pc:picChg chg="mod">
          <ac:chgData name="Laura Swartley" userId="4da299d0-20a0-48da-b809-776f047911dd" providerId="ADAL" clId="{17C0DEBE-B1F5-4AB9-92F8-ACCD58DE0784}" dt="2024-08-12T23:04:08.668" v="3272" actId="962"/>
          <ac:picMkLst>
            <pc:docMk/>
            <pc:sldMk cId="70661508" sldId="320"/>
            <ac:picMk id="11" creationId="{E83E2FE7-2EEB-F558-5550-658D71549B11}"/>
          </ac:picMkLst>
        </pc:picChg>
      </pc:sldChg>
      <pc:sldChg chg="modSp mod">
        <pc:chgData name="Laura Swartley" userId="4da299d0-20a0-48da-b809-776f047911dd" providerId="ADAL" clId="{17C0DEBE-B1F5-4AB9-92F8-ACCD58DE0784}" dt="2024-08-12T23:05:02.590" v="3632" actId="962"/>
        <pc:sldMkLst>
          <pc:docMk/>
          <pc:sldMk cId="3114387020" sldId="321"/>
        </pc:sldMkLst>
        <pc:picChg chg="mod">
          <ac:chgData name="Laura Swartley" userId="4da299d0-20a0-48da-b809-776f047911dd" providerId="ADAL" clId="{17C0DEBE-B1F5-4AB9-92F8-ACCD58DE0784}" dt="2024-08-12T23:05:02.590" v="3632" actId="962"/>
          <ac:picMkLst>
            <pc:docMk/>
            <pc:sldMk cId="3114387020" sldId="321"/>
            <ac:picMk id="19" creationId="{AD73F8FD-FCF8-068F-1C72-B46375D6EA30}"/>
          </ac:picMkLst>
        </pc:picChg>
      </pc:sldChg>
      <pc:sldChg chg="modSp mod">
        <pc:chgData name="Laura Swartley" userId="4da299d0-20a0-48da-b809-776f047911dd" providerId="ADAL" clId="{17C0DEBE-B1F5-4AB9-92F8-ACCD58DE0784}" dt="2024-08-12T23:05:32.330" v="3878" actId="962"/>
        <pc:sldMkLst>
          <pc:docMk/>
          <pc:sldMk cId="2897238667" sldId="322"/>
        </pc:sldMkLst>
        <pc:picChg chg="mod">
          <ac:chgData name="Laura Swartley" userId="4da299d0-20a0-48da-b809-776f047911dd" providerId="ADAL" clId="{17C0DEBE-B1F5-4AB9-92F8-ACCD58DE0784}" dt="2024-08-12T23:05:32.330" v="3878" actId="962"/>
          <ac:picMkLst>
            <pc:docMk/>
            <pc:sldMk cId="2897238667" sldId="322"/>
            <ac:picMk id="15" creationId="{F99D4DA9-C0F8-5FCA-9791-2B0B39BEC843}"/>
          </ac:picMkLst>
        </pc:picChg>
      </pc:sldChg>
      <pc:sldChg chg="modSp mod">
        <pc:chgData name="Laura Swartley" userId="4da299d0-20a0-48da-b809-776f047911dd" providerId="ADAL" clId="{17C0DEBE-B1F5-4AB9-92F8-ACCD58DE0784}" dt="2024-08-12T23:06:18.130" v="4104" actId="962"/>
        <pc:sldMkLst>
          <pc:docMk/>
          <pc:sldMk cId="1456745301" sldId="323"/>
        </pc:sldMkLst>
        <pc:picChg chg="mod">
          <ac:chgData name="Laura Swartley" userId="4da299d0-20a0-48da-b809-776f047911dd" providerId="ADAL" clId="{17C0DEBE-B1F5-4AB9-92F8-ACCD58DE0784}" dt="2024-08-12T23:06:18.130" v="4104" actId="962"/>
          <ac:picMkLst>
            <pc:docMk/>
            <pc:sldMk cId="1456745301" sldId="323"/>
            <ac:picMk id="31" creationId="{BC687071-F981-3EDE-BD71-A1CDBAB5E655}"/>
          </ac:picMkLst>
        </pc:picChg>
      </pc:sldChg>
      <pc:sldChg chg="modSp mod">
        <pc:chgData name="Laura Swartley" userId="4da299d0-20a0-48da-b809-776f047911dd" providerId="ADAL" clId="{17C0DEBE-B1F5-4AB9-92F8-ACCD58DE0784}" dt="2024-08-12T23:07:07.965" v="4336" actId="962"/>
        <pc:sldMkLst>
          <pc:docMk/>
          <pc:sldMk cId="3994088464" sldId="324"/>
        </pc:sldMkLst>
        <pc:picChg chg="mod">
          <ac:chgData name="Laura Swartley" userId="4da299d0-20a0-48da-b809-776f047911dd" providerId="ADAL" clId="{17C0DEBE-B1F5-4AB9-92F8-ACCD58DE0784}" dt="2024-08-12T23:07:07.965" v="4336" actId="962"/>
          <ac:picMkLst>
            <pc:docMk/>
            <pc:sldMk cId="3994088464" sldId="324"/>
            <ac:picMk id="21" creationId="{DBAE02CB-84E1-E735-D731-3DE9D7900FB3}"/>
          </ac:picMkLst>
        </pc:picChg>
      </pc:sldChg>
      <pc:sldChg chg="modSp mod">
        <pc:chgData name="Laura Swartley" userId="4da299d0-20a0-48da-b809-776f047911dd" providerId="ADAL" clId="{17C0DEBE-B1F5-4AB9-92F8-ACCD58DE0784}" dt="2024-08-12T23:08:36.845" v="5116" actId="962"/>
        <pc:sldMkLst>
          <pc:docMk/>
          <pc:sldMk cId="2565331178" sldId="325"/>
        </pc:sldMkLst>
        <pc:picChg chg="mod">
          <ac:chgData name="Laura Swartley" userId="4da299d0-20a0-48da-b809-776f047911dd" providerId="ADAL" clId="{17C0DEBE-B1F5-4AB9-92F8-ACCD58DE0784}" dt="2024-08-12T23:08:36.845" v="5116" actId="962"/>
          <ac:picMkLst>
            <pc:docMk/>
            <pc:sldMk cId="2565331178" sldId="325"/>
            <ac:picMk id="65" creationId="{79E7A1C8-1BE4-F018-5F7D-A11CFBA62D3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30C60E-6211-4628-B09A-F1CEE03B07D7}" type="datetimeFigureOut">
              <a:rPr lang="en-US" smtClean="0"/>
              <a:t>5/29/26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E073D9-A5B5-4126-9FBF-82A4984D0918}" type="slidenum">
              <a:rPr lang="en-US" smtClean="0"/>
              <a:t>‹#›</a:t>
            </a:fld>
            <a:endParaRPr lang="en-US"/>
          </a:p>
        </p:txBody>
      </p:sp>
    </p:spTree>
    <p:extLst>
      <p:ext uri="{BB962C8B-B14F-4D97-AF65-F5344CB8AC3E}">
        <p14:creationId xmlns:p14="http://schemas.microsoft.com/office/powerpoint/2010/main" val="2173273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E073D9-A5B5-4126-9FBF-82A4984D0918}" type="slidenum">
              <a:rPr lang="en-US" smtClean="0"/>
              <a:t>15</a:t>
            </a:fld>
            <a:endParaRPr lang="en-US"/>
          </a:p>
        </p:txBody>
      </p:sp>
    </p:spTree>
    <p:extLst>
      <p:ext uri="{BB962C8B-B14F-4D97-AF65-F5344CB8AC3E}">
        <p14:creationId xmlns:p14="http://schemas.microsoft.com/office/powerpoint/2010/main" val="31858873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emf"/><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emf"/><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emf"/><Relationship Id="rId1" Type="http://schemas.openxmlformats.org/officeDocument/2006/relationships/slideMaster" Target="../slideMasters/slideMaster3.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bg1"/>
        </a:solidFill>
        <a:effectLst/>
      </p:bgPr>
    </p:bg>
    <p:spTree>
      <p:nvGrpSpPr>
        <p:cNvPr id="1" name=""/>
        <p:cNvGrpSpPr/>
        <p:nvPr/>
      </p:nvGrpSpPr>
      <p:grpSpPr>
        <a:xfrm>
          <a:off x="0" y="0"/>
          <a:ext cx="0" cy="0"/>
          <a:chOff x="0" y="0"/>
          <a:chExt cx="0" cy="0"/>
        </a:xfrm>
      </p:grpSpPr>
      <p:pic>
        <p:nvPicPr>
          <p:cNvPr id="7" name="Picture 6" descr="UW_W Logo_Whit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83915" y="4219956"/>
            <a:ext cx="1371600" cy="923544"/>
          </a:xfrm>
          <a:prstGeom prst="rect">
            <a:avLst/>
          </a:prstGeom>
        </p:spPr>
      </p:pic>
      <p:pic>
        <p:nvPicPr>
          <p:cNvPr id="2" name="Picture 1"/>
          <p:cNvPicPr>
            <a:picLocks noChangeAspect="1"/>
          </p:cNvPicPr>
          <p:nvPr userDrawn="1"/>
        </p:nvPicPr>
        <p:blipFill>
          <a:blip r:embed="rId3"/>
          <a:stretch>
            <a:fillRect/>
          </a:stretch>
        </p:blipFill>
        <p:spPr>
          <a:xfrm>
            <a:off x="568081" y="4598607"/>
            <a:ext cx="2416273" cy="213486"/>
          </a:xfrm>
          <a:prstGeom prst="rect">
            <a:avLst/>
          </a:prstGeom>
        </p:spPr>
      </p:pic>
      <p:pic>
        <p:nvPicPr>
          <p:cNvPr id="8" name="Picture 7"/>
          <p:cNvPicPr>
            <a:picLocks noChangeAspect="1"/>
          </p:cNvPicPr>
          <p:nvPr userDrawn="1"/>
        </p:nvPicPr>
        <p:blipFill>
          <a:blip r:embed="rId4"/>
          <a:stretch>
            <a:fillRect/>
          </a:stretch>
        </p:blipFill>
        <p:spPr>
          <a:xfrm>
            <a:off x="568081" y="3426449"/>
            <a:ext cx="1600200" cy="139700"/>
          </a:xfrm>
          <a:prstGeom prst="rect">
            <a:avLst/>
          </a:prstGeom>
        </p:spPr>
      </p:pic>
      <p:sp>
        <p:nvSpPr>
          <p:cNvPr id="3" name="Title 2"/>
          <p:cNvSpPr>
            <a:spLocks noGrp="1"/>
          </p:cNvSpPr>
          <p:nvPr>
            <p:ph type="title" hasCustomPrompt="1"/>
          </p:nvPr>
        </p:nvSpPr>
        <p:spPr>
          <a:xfrm>
            <a:off x="460375" y="644993"/>
            <a:ext cx="6972300" cy="2641756"/>
          </a:xfrm>
          <a:prstGeom prst="rect">
            <a:avLst/>
          </a:prstGeom>
        </p:spPr>
        <p:txBody>
          <a:bodyPr anchor="b"/>
          <a:lstStyle>
            <a:lvl1pPr algn="l">
              <a:defRPr sz="5000" b="1" i="0" baseline="0">
                <a:solidFill>
                  <a:schemeClr val="tx2"/>
                </a:solidFill>
                <a:latin typeface="Encode Sans Normal Black" charset="0"/>
                <a:ea typeface="Encode Sans Normal Black" charset="0"/>
                <a:cs typeface="Encode Sans Normal Black" charset="0"/>
              </a:defRPr>
            </a:lvl1pPr>
          </a:lstStyle>
          <a:p>
            <a:r>
              <a:rPr lang="en-US" dirty="0"/>
              <a:t>TITLE HERE</a:t>
            </a:r>
            <a:br>
              <a:rPr lang="en-US" dirty="0"/>
            </a:br>
            <a:r>
              <a:rPr lang="en-US" dirty="0"/>
              <a:t>ENCODE NORMAL</a:t>
            </a:r>
            <a:br>
              <a:rPr lang="en-US" dirty="0"/>
            </a:br>
            <a:r>
              <a:rPr lang="en-US" dirty="0"/>
              <a:t>BLACK, 50 PT.</a:t>
            </a:r>
          </a:p>
        </p:txBody>
      </p:sp>
    </p:spTree>
    <p:extLst>
      <p:ext uri="{BB962C8B-B14F-4D97-AF65-F5344CB8AC3E}">
        <p14:creationId xmlns:p14="http://schemas.microsoft.com/office/powerpoint/2010/main" val="1755309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7" name="Picture 6" descr="UW_W Logo_Whit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83915" y="4219956"/>
            <a:ext cx="1371600" cy="923544"/>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081" y="4675530"/>
            <a:ext cx="2540000" cy="172311"/>
          </a:xfrm>
          <a:prstGeom prst="rect">
            <a:avLst/>
          </a:prstGeom>
        </p:spPr>
      </p:pic>
      <p:pic>
        <p:nvPicPr>
          <p:cNvPr id="9" name="Picture 8"/>
          <p:cNvPicPr>
            <a:picLocks noChangeAspect="1"/>
          </p:cNvPicPr>
          <p:nvPr userDrawn="1"/>
        </p:nvPicPr>
        <p:blipFill>
          <a:blip r:embed="rId4"/>
          <a:stretch>
            <a:fillRect/>
          </a:stretch>
        </p:blipFill>
        <p:spPr>
          <a:xfrm>
            <a:off x="568081" y="3426449"/>
            <a:ext cx="1600200" cy="139700"/>
          </a:xfrm>
          <a:prstGeom prst="rect">
            <a:avLst/>
          </a:prstGeom>
        </p:spPr>
      </p:pic>
      <p:sp>
        <p:nvSpPr>
          <p:cNvPr id="2" name="Title 1"/>
          <p:cNvSpPr>
            <a:spLocks noGrp="1"/>
          </p:cNvSpPr>
          <p:nvPr>
            <p:ph type="title" hasCustomPrompt="1"/>
          </p:nvPr>
        </p:nvSpPr>
        <p:spPr>
          <a:xfrm>
            <a:off x="460375" y="644993"/>
            <a:ext cx="7023540" cy="2641756"/>
          </a:xfrm>
          <a:prstGeom prst="rect">
            <a:avLst/>
          </a:prstGeom>
        </p:spPr>
        <p:txBody>
          <a:bodyPr anchor="b"/>
          <a:lstStyle>
            <a:lvl1pPr algn="l">
              <a:defRPr sz="5000" b="1" i="0" baseline="0">
                <a:solidFill>
                  <a:schemeClr val="tx2"/>
                </a:solidFill>
                <a:latin typeface="Encode Sans Normal Black" charset="0"/>
                <a:ea typeface="Encode Sans Normal Black" charset="0"/>
                <a:cs typeface="Encode Sans Normal Black" charset="0"/>
              </a:defRPr>
            </a:lvl1pPr>
          </a:lstStyle>
          <a:p>
            <a:r>
              <a:rPr lang="en-US" dirty="0"/>
              <a:t>TITLE HERE </a:t>
            </a:r>
            <a:br>
              <a:rPr lang="en-US" dirty="0"/>
            </a:br>
            <a:r>
              <a:rPr lang="en-US" dirty="0"/>
              <a:t>ENCODE NORMAL BLACK, 50 PT.</a:t>
            </a:r>
          </a:p>
        </p:txBody>
      </p:sp>
    </p:spTree>
    <p:extLst>
      <p:ext uri="{BB962C8B-B14F-4D97-AF65-F5344CB8AC3E}">
        <p14:creationId xmlns:p14="http://schemas.microsoft.com/office/powerpoint/2010/main" val="2373491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er + Subheader + Content">
    <p:spTree>
      <p:nvGrpSpPr>
        <p:cNvPr id="1" name=""/>
        <p:cNvGrpSpPr/>
        <p:nvPr/>
      </p:nvGrpSpPr>
      <p:grpSpPr>
        <a:xfrm>
          <a:off x="0" y="0"/>
          <a:ext cx="0" cy="0"/>
          <a:chOff x="0" y="0"/>
          <a:chExt cx="0" cy="0"/>
        </a:xfrm>
      </p:grpSpPr>
      <p:sp>
        <p:nvSpPr>
          <p:cNvPr id="9" name="Text Placeholder 9"/>
          <p:cNvSpPr>
            <a:spLocks noGrp="1"/>
          </p:cNvSpPr>
          <p:nvPr>
            <p:ph type="body" sz="quarter" idx="11" hasCustomPrompt="1"/>
          </p:nvPr>
        </p:nvSpPr>
        <p:spPr>
          <a:xfrm>
            <a:off x="447923" y="2320239"/>
            <a:ext cx="8197114" cy="2251761"/>
          </a:xfrm>
          <a:prstGeom prst="rect">
            <a:avLst/>
          </a:prstGeom>
        </p:spPr>
        <p:txBody>
          <a:bodyPr/>
          <a:lstStyle>
            <a:lvl1pPr marL="342900" indent="-342900">
              <a:buFont typeface="Lucida Grande"/>
              <a:buChar char="&gt;"/>
              <a:defRPr sz="2400" b="1" i="0" baseline="0">
                <a:solidFill>
                  <a:schemeClr val="tx2"/>
                </a:solidFill>
                <a:latin typeface="Open Sans" charset="0"/>
                <a:ea typeface="Open Sans" charset="0"/>
                <a:cs typeface="Open Sans" charset="0"/>
              </a:defRPr>
            </a:lvl1pPr>
            <a:lvl2pPr>
              <a:defRPr sz="2000" b="1" i="0" baseline="0">
                <a:solidFill>
                  <a:schemeClr val="tx2"/>
                </a:solidFill>
                <a:latin typeface="Open Sans" charset="0"/>
                <a:ea typeface="Open Sans" charset="0"/>
                <a:cs typeface="Open Sans" charset="0"/>
              </a:defRPr>
            </a:lvl2pPr>
            <a:lvl3pPr marL="1143000" indent="-228600">
              <a:buSzPct val="100000"/>
              <a:buFont typeface="Lucida Grande"/>
              <a:buChar char="&gt;"/>
              <a:defRPr sz="1800" b="1" i="0" baseline="0">
                <a:solidFill>
                  <a:schemeClr val="tx2"/>
                </a:solidFill>
                <a:latin typeface="Open Sans" charset="0"/>
                <a:ea typeface="Open Sans" charset="0"/>
                <a:cs typeface="Open Sans" charset="0"/>
              </a:defRPr>
            </a:lvl3pPr>
            <a:lvl4pPr>
              <a:defRPr sz="1600" b="1" i="0" baseline="0">
                <a:solidFill>
                  <a:schemeClr val="tx2"/>
                </a:solidFill>
                <a:latin typeface="Open Sans" charset="0"/>
                <a:ea typeface="Open Sans" charset="0"/>
                <a:cs typeface="Open Sans" charset="0"/>
              </a:defRPr>
            </a:lvl4pPr>
            <a:lvl5pPr marL="2057400" indent="-228600">
              <a:buFont typeface="Lucida Grande"/>
              <a:buChar char="&gt;"/>
              <a:defRPr sz="1400" b="1" i="0" baseline="0">
                <a:solidFill>
                  <a:schemeClr val="tx2"/>
                </a:solidFill>
                <a:latin typeface="Open Sans" charset="0"/>
                <a:ea typeface="Open Sans" charset="0"/>
                <a:cs typeface="Open Sans" charset="0"/>
              </a:defRPr>
            </a:lvl5pPr>
          </a:lstStyle>
          <a:p>
            <a:pPr lvl="0"/>
            <a:r>
              <a:rPr lang="en-US" dirty="0"/>
              <a:t>Content here (Open Sans Bold, 24 pt.)</a:t>
            </a:r>
          </a:p>
          <a:p>
            <a:pPr lvl="1"/>
            <a:r>
              <a:rPr lang="en-US" dirty="0"/>
              <a:t>Second level (Open Sans Bold, 20)</a:t>
            </a:r>
          </a:p>
          <a:p>
            <a:pPr lvl="2"/>
            <a:r>
              <a:rPr lang="en-US" dirty="0"/>
              <a:t>Third level (Open Sans Bold, 18)</a:t>
            </a:r>
          </a:p>
          <a:p>
            <a:pPr lvl="3"/>
            <a:r>
              <a:rPr lang="en-US" dirty="0"/>
              <a:t>Fourth level (Open Sans Bold, 16)</a:t>
            </a:r>
          </a:p>
          <a:p>
            <a:pPr lvl="4"/>
            <a:r>
              <a:rPr lang="en-US" dirty="0"/>
              <a:t>Fifth level (Open Sans Bold, 14)</a:t>
            </a:r>
          </a:p>
        </p:txBody>
      </p:sp>
      <p:sp>
        <p:nvSpPr>
          <p:cNvPr id="10" name="Text Placeholder 5"/>
          <p:cNvSpPr>
            <a:spLocks noGrp="1"/>
          </p:cNvSpPr>
          <p:nvPr>
            <p:ph type="body" sz="quarter" idx="12" hasCustomPrompt="1"/>
          </p:nvPr>
        </p:nvSpPr>
        <p:spPr>
          <a:xfrm>
            <a:off x="460375" y="1730667"/>
            <a:ext cx="8184662" cy="411171"/>
          </a:xfrm>
          <a:prstGeom prst="rect">
            <a:avLst/>
          </a:prstGeom>
        </p:spPr>
        <p:txBody>
          <a:bodyPr>
            <a:noAutofit/>
          </a:bodyPr>
          <a:lstStyle>
            <a:lvl1pPr marL="0" indent="0">
              <a:lnSpc>
                <a:spcPct val="90000"/>
              </a:lnSpc>
              <a:buNone/>
              <a:defRPr sz="2400" b="0" i="0" baseline="0">
                <a:solidFill>
                  <a:schemeClr val="tx2"/>
                </a:solidFill>
                <a:latin typeface="Uni Sans" charset="0"/>
                <a:ea typeface="Uni Sans" charset="0"/>
                <a:cs typeface="Uni Sans" charset="0"/>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SUB-HEADER HERE (UNI SANS REGULAR, 24 PT.)</a:t>
            </a:r>
          </a:p>
        </p:txBody>
      </p:sp>
      <p:pic>
        <p:nvPicPr>
          <p:cNvPr id="11" name="Picture 10"/>
          <p:cNvPicPr>
            <a:picLocks noChangeAspect="1"/>
          </p:cNvPicPr>
          <p:nvPr userDrawn="1"/>
        </p:nvPicPr>
        <p:blipFill>
          <a:blip r:embed="rId2"/>
          <a:stretch>
            <a:fillRect/>
          </a:stretch>
        </p:blipFill>
        <p:spPr>
          <a:xfrm>
            <a:off x="549031" y="1363508"/>
            <a:ext cx="1103781" cy="96362"/>
          </a:xfrm>
          <a:prstGeom prst="rect">
            <a:avLst/>
          </a:prstGeom>
        </p:spPr>
      </p:pic>
      <p:pic>
        <p:nvPicPr>
          <p:cNvPr id="19" name="Picture 1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05037" y="4675530"/>
            <a:ext cx="2540000" cy="172311"/>
          </a:xfrm>
          <a:prstGeom prst="rect">
            <a:avLst/>
          </a:prstGeom>
        </p:spPr>
      </p:pic>
      <p:sp>
        <p:nvSpPr>
          <p:cNvPr id="2" name="Title 1"/>
          <p:cNvSpPr>
            <a:spLocks noGrp="1"/>
          </p:cNvSpPr>
          <p:nvPr>
            <p:ph type="title" hasCustomPrompt="1"/>
          </p:nvPr>
        </p:nvSpPr>
        <p:spPr>
          <a:xfrm>
            <a:off x="447923" y="371510"/>
            <a:ext cx="8197114" cy="993775"/>
          </a:xfrm>
          <a:prstGeom prst="rect">
            <a:avLst/>
          </a:prstGeom>
        </p:spPr>
        <p:txBody>
          <a:bodyPr anchor="b"/>
          <a:lstStyle>
            <a:lvl1pPr algn="l">
              <a:defRPr sz="3000" b="1" i="0">
                <a:solidFill>
                  <a:schemeClr val="tx2"/>
                </a:solidFill>
                <a:latin typeface="Encode Sans Normal Black" charset="0"/>
                <a:ea typeface="Encode Sans Normal Black" charset="0"/>
                <a:cs typeface="Encode Sans Normal Black" charset="0"/>
              </a:defRPr>
            </a:lvl1pPr>
          </a:lstStyle>
          <a:p>
            <a:pPr lvl="0"/>
            <a:r>
              <a:rPr lang="en-US" dirty="0"/>
              <a:t>HEADER HERE </a:t>
            </a:r>
            <a:br>
              <a:rPr lang="en-US" dirty="0"/>
            </a:br>
            <a:r>
              <a:rPr lang="en-US" dirty="0"/>
              <a:t>(ENCODE NORMAL BLACK, 30 PT.)</a:t>
            </a:r>
          </a:p>
        </p:txBody>
      </p:sp>
    </p:spTree>
    <p:extLst>
      <p:ext uri="{BB962C8B-B14F-4D97-AF65-F5344CB8AC3E}">
        <p14:creationId xmlns:p14="http://schemas.microsoft.com/office/powerpoint/2010/main" val="2769240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er + Content">
    <p:bg>
      <p:bgPr>
        <a:solidFill>
          <a:schemeClr val="bg1"/>
        </a:solidFill>
        <a:effectLst/>
      </p:bgPr>
    </p:bg>
    <p:spTree>
      <p:nvGrpSpPr>
        <p:cNvPr id="1" name=""/>
        <p:cNvGrpSpPr/>
        <p:nvPr/>
      </p:nvGrpSpPr>
      <p:grpSpPr>
        <a:xfrm>
          <a:off x="0" y="0"/>
          <a:ext cx="0" cy="0"/>
          <a:chOff x="0" y="0"/>
          <a:chExt cx="0" cy="0"/>
        </a:xfrm>
      </p:grpSpPr>
      <p:sp>
        <p:nvSpPr>
          <p:cNvPr id="7" name="Text Placeholder 9"/>
          <p:cNvSpPr>
            <a:spLocks noGrp="1"/>
          </p:cNvSpPr>
          <p:nvPr>
            <p:ph type="body" sz="quarter" idx="11" hasCustomPrompt="1"/>
          </p:nvPr>
        </p:nvSpPr>
        <p:spPr>
          <a:xfrm>
            <a:off x="447923" y="1730667"/>
            <a:ext cx="8197114" cy="2365901"/>
          </a:xfrm>
          <a:prstGeom prst="rect">
            <a:avLst/>
          </a:prstGeom>
        </p:spPr>
        <p:txBody>
          <a:bodyPr/>
          <a:lstStyle>
            <a:lvl1pPr marL="342900" indent="-342900">
              <a:buFont typeface="Lucida Grande"/>
              <a:buChar char="&gt;"/>
              <a:defRPr sz="2400" b="1" i="0" baseline="0">
                <a:solidFill>
                  <a:schemeClr val="tx2"/>
                </a:solidFill>
                <a:latin typeface="Open Sans" charset="0"/>
                <a:ea typeface="Open Sans" charset="0"/>
                <a:cs typeface="Open Sans" charset="0"/>
              </a:defRPr>
            </a:lvl1pPr>
            <a:lvl2pPr>
              <a:defRPr sz="2000" b="1" i="0" baseline="0">
                <a:solidFill>
                  <a:schemeClr val="tx2"/>
                </a:solidFill>
                <a:latin typeface="Open Sans" charset="0"/>
                <a:ea typeface="Open Sans" charset="0"/>
                <a:cs typeface="Open Sans" charset="0"/>
              </a:defRPr>
            </a:lvl2pPr>
            <a:lvl3pPr marL="1143000" indent="-228600">
              <a:buSzPct val="100000"/>
              <a:buFont typeface="Lucida Grande"/>
              <a:buChar char="&gt;"/>
              <a:defRPr sz="1800" b="1" i="0" baseline="0">
                <a:solidFill>
                  <a:schemeClr val="tx2"/>
                </a:solidFill>
                <a:latin typeface="Open Sans" charset="0"/>
                <a:ea typeface="Open Sans" charset="0"/>
                <a:cs typeface="Open Sans" charset="0"/>
              </a:defRPr>
            </a:lvl3pPr>
            <a:lvl4pPr>
              <a:defRPr sz="1600" b="1" i="0" baseline="0">
                <a:solidFill>
                  <a:schemeClr val="tx2"/>
                </a:solidFill>
                <a:latin typeface="Open Sans" charset="0"/>
                <a:ea typeface="Open Sans" charset="0"/>
                <a:cs typeface="Open Sans" charset="0"/>
              </a:defRPr>
            </a:lvl4pPr>
            <a:lvl5pPr marL="2057400" indent="-228600">
              <a:buFont typeface="Lucida Grande"/>
              <a:buChar char="&gt;"/>
              <a:defRPr sz="1400" b="1" i="0" baseline="0">
                <a:solidFill>
                  <a:schemeClr val="tx2"/>
                </a:solidFill>
                <a:latin typeface="Open Sans" charset="0"/>
                <a:ea typeface="Open Sans" charset="0"/>
                <a:cs typeface="Open Sans" charset="0"/>
              </a:defRPr>
            </a:lvl5pPr>
          </a:lstStyle>
          <a:p>
            <a:pPr lvl="0"/>
            <a:r>
              <a:rPr lang="en-US" dirty="0"/>
              <a:t>Content here (Open Sans Bold, 24 pt.)</a:t>
            </a:r>
          </a:p>
          <a:p>
            <a:pPr lvl="1"/>
            <a:r>
              <a:rPr lang="en-US" dirty="0"/>
              <a:t>Second level (Open Sans Bold, 20)</a:t>
            </a:r>
          </a:p>
          <a:p>
            <a:pPr lvl="2"/>
            <a:r>
              <a:rPr lang="en-US" dirty="0"/>
              <a:t>Third level (Open Sans Bold, 18)</a:t>
            </a:r>
          </a:p>
          <a:p>
            <a:pPr lvl="3"/>
            <a:r>
              <a:rPr lang="en-US" dirty="0"/>
              <a:t>Fourth level (Open Sans Bold, 16)</a:t>
            </a:r>
          </a:p>
          <a:p>
            <a:pPr lvl="4"/>
            <a:r>
              <a:rPr lang="en-US" dirty="0"/>
              <a:t>Fifth level (Open Sans Bold, 14)</a:t>
            </a:r>
          </a:p>
        </p:txBody>
      </p:sp>
      <p:pic>
        <p:nvPicPr>
          <p:cNvPr id="12" name="Picture 11"/>
          <p:cNvPicPr>
            <a:picLocks noChangeAspect="1"/>
          </p:cNvPicPr>
          <p:nvPr userDrawn="1"/>
        </p:nvPicPr>
        <p:blipFill>
          <a:blip r:embed="rId2"/>
          <a:stretch>
            <a:fillRect/>
          </a:stretch>
        </p:blipFill>
        <p:spPr>
          <a:xfrm>
            <a:off x="549031" y="1363508"/>
            <a:ext cx="1103781" cy="96362"/>
          </a:xfrm>
          <a:prstGeom prst="rect">
            <a:avLst/>
          </a:prstGeom>
        </p:spPr>
      </p:pic>
      <p:pic>
        <p:nvPicPr>
          <p:cNvPr id="13" name="Picture 12" descr="UW_W Logo_Whit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83915" y="4219956"/>
            <a:ext cx="1371600" cy="923544"/>
          </a:xfrm>
          <a:prstGeom prst="rect">
            <a:avLst/>
          </a:prstGeom>
        </p:spPr>
      </p:pic>
      <p:sp>
        <p:nvSpPr>
          <p:cNvPr id="2" name="Title 1"/>
          <p:cNvSpPr>
            <a:spLocks noGrp="1"/>
          </p:cNvSpPr>
          <p:nvPr>
            <p:ph type="title" hasCustomPrompt="1"/>
          </p:nvPr>
        </p:nvSpPr>
        <p:spPr>
          <a:xfrm>
            <a:off x="447923" y="369733"/>
            <a:ext cx="8197114" cy="993775"/>
          </a:xfrm>
          <a:prstGeom prst="rect">
            <a:avLst/>
          </a:prstGeom>
        </p:spPr>
        <p:txBody>
          <a:bodyPr anchor="b"/>
          <a:lstStyle>
            <a:lvl1pPr algn="l">
              <a:defRPr sz="3000" b="1" i="0">
                <a:solidFill>
                  <a:schemeClr val="tx2"/>
                </a:solidFill>
                <a:latin typeface="Encode Sans Normal Black" charset="0"/>
                <a:ea typeface="Encode Sans Normal Black" charset="0"/>
                <a:cs typeface="Encode Sans Normal Black" charset="0"/>
              </a:defRPr>
            </a:lvl1pPr>
          </a:lstStyle>
          <a:p>
            <a:pPr lvl="0"/>
            <a:r>
              <a:rPr lang="en-US" dirty="0"/>
              <a:t>HEADER HERE </a:t>
            </a:r>
            <a:br>
              <a:rPr lang="en-US" dirty="0"/>
            </a:br>
            <a:r>
              <a:rPr lang="en-US" dirty="0"/>
              <a:t>(ENCODE NORMAL BLACK, 30 PT.)</a:t>
            </a:r>
          </a:p>
        </p:txBody>
      </p:sp>
    </p:spTree>
    <p:extLst>
      <p:ext uri="{BB962C8B-B14F-4D97-AF65-F5344CB8AC3E}">
        <p14:creationId xmlns:p14="http://schemas.microsoft.com/office/powerpoint/2010/main" val="3236337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er + Graphic">
    <p:bg>
      <p:bgPr>
        <a:solidFill>
          <a:schemeClr val="bg1"/>
        </a:solidFill>
        <a:effectLst/>
      </p:bgPr>
    </p:bg>
    <p:spTree>
      <p:nvGrpSpPr>
        <p:cNvPr id="1" name=""/>
        <p:cNvGrpSpPr/>
        <p:nvPr/>
      </p:nvGrpSpPr>
      <p:grpSpPr>
        <a:xfrm>
          <a:off x="0" y="0"/>
          <a:ext cx="0" cy="0"/>
          <a:chOff x="0" y="0"/>
          <a:chExt cx="0" cy="0"/>
        </a:xfrm>
      </p:grpSpPr>
      <p:sp>
        <p:nvSpPr>
          <p:cNvPr id="6" name="Chart Placeholder 11"/>
          <p:cNvSpPr>
            <a:spLocks noGrp="1"/>
          </p:cNvSpPr>
          <p:nvPr>
            <p:ph type="chart" sz="quarter" idx="12" hasCustomPrompt="1"/>
          </p:nvPr>
        </p:nvSpPr>
        <p:spPr>
          <a:xfrm>
            <a:off x="447923" y="1724977"/>
            <a:ext cx="8184662" cy="2828169"/>
          </a:xfrm>
          <a:prstGeom prst="rect">
            <a:avLst/>
          </a:prstGeom>
        </p:spPr>
        <p:txBody>
          <a:bodyPr>
            <a:normAutofit/>
          </a:bodyPr>
          <a:lstStyle>
            <a:lvl1pPr marL="0" indent="0">
              <a:buNone/>
              <a:defRPr sz="2400" b="0" i="1" baseline="0">
                <a:solidFill>
                  <a:srgbClr val="FFFFFF"/>
                </a:solidFill>
                <a:latin typeface="Open Sans Light"/>
                <a:cs typeface="Open Sans Light"/>
              </a:defRPr>
            </a:lvl1pPr>
          </a:lstStyle>
          <a:p>
            <a:r>
              <a:rPr lang="en-US" dirty="0"/>
              <a:t>Graphics can go here – </a:t>
            </a:r>
            <a:br>
              <a:rPr lang="en-US" dirty="0"/>
            </a:br>
            <a:r>
              <a:rPr lang="en-US" dirty="0"/>
              <a:t>replace this box with your image or chart</a:t>
            </a:r>
          </a:p>
        </p:txBody>
      </p:sp>
      <p:pic>
        <p:nvPicPr>
          <p:cNvPr id="13" name="Picture 12"/>
          <p:cNvPicPr>
            <a:picLocks noChangeAspect="1"/>
          </p:cNvPicPr>
          <p:nvPr userDrawn="1"/>
        </p:nvPicPr>
        <p:blipFill>
          <a:blip r:embed="rId2"/>
          <a:stretch>
            <a:fillRect/>
          </a:stretch>
        </p:blipFill>
        <p:spPr>
          <a:xfrm>
            <a:off x="549031" y="1363508"/>
            <a:ext cx="1103781" cy="96362"/>
          </a:xfrm>
          <a:prstGeom prst="rect">
            <a:avLst/>
          </a:prstGeom>
        </p:spPr>
      </p:pic>
      <p:pic>
        <p:nvPicPr>
          <p:cNvPr id="16" name="Picture 1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05037" y="4675530"/>
            <a:ext cx="2540000" cy="172311"/>
          </a:xfrm>
          <a:prstGeom prst="rect">
            <a:avLst/>
          </a:prstGeom>
        </p:spPr>
      </p:pic>
      <p:sp>
        <p:nvSpPr>
          <p:cNvPr id="2" name="Title 1"/>
          <p:cNvSpPr>
            <a:spLocks noGrp="1"/>
          </p:cNvSpPr>
          <p:nvPr>
            <p:ph type="title" hasCustomPrompt="1"/>
          </p:nvPr>
        </p:nvSpPr>
        <p:spPr>
          <a:xfrm>
            <a:off x="460375" y="370622"/>
            <a:ext cx="8184662" cy="993775"/>
          </a:xfrm>
          <a:prstGeom prst="rect">
            <a:avLst/>
          </a:prstGeom>
        </p:spPr>
        <p:txBody>
          <a:bodyPr anchor="b"/>
          <a:lstStyle>
            <a:lvl1pPr algn="l">
              <a:defRPr sz="3000" b="1" i="0">
                <a:solidFill>
                  <a:schemeClr val="tx2"/>
                </a:solidFill>
                <a:latin typeface="Encode Sans Normal Black" charset="0"/>
                <a:ea typeface="Encode Sans Normal Black" charset="0"/>
                <a:cs typeface="Encode Sans Normal Black" charset="0"/>
              </a:defRPr>
            </a:lvl1pPr>
          </a:lstStyle>
          <a:p>
            <a:pPr lvl="0"/>
            <a:r>
              <a:rPr lang="en-US" dirty="0"/>
              <a:t>HEADER HERE </a:t>
            </a:r>
            <a:br>
              <a:rPr lang="en-US" dirty="0"/>
            </a:br>
            <a:r>
              <a:rPr lang="en-US" dirty="0"/>
              <a:t>(ENCODE NORMAL BLACK, 30 PT.)</a:t>
            </a:r>
          </a:p>
        </p:txBody>
      </p:sp>
    </p:spTree>
    <p:extLst>
      <p:ext uri="{BB962C8B-B14F-4D97-AF65-F5344CB8AC3E}">
        <p14:creationId xmlns:p14="http://schemas.microsoft.com/office/powerpoint/2010/main" val="3828560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9461" y="3426449"/>
            <a:ext cx="1597439" cy="139700"/>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081" y="4599107"/>
            <a:ext cx="2416273" cy="212486"/>
          </a:xfrm>
          <a:prstGeom prst="rect">
            <a:avLst/>
          </a:prstGeom>
        </p:spPr>
      </p:pic>
      <p:pic>
        <p:nvPicPr>
          <p:cNvPr id="10" name="Picture 9" descr="W Logo_Purple_2685_HEX.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483915" y="4219956"/>
            <a:ext cx="1371600" cy="923544"/>
          </a:xfrm>
          <a:prstGeom prst="rect">
            <a:avLst/>
          </a:prstGeom>
        </p:spPr>
      </p:pic>
      <p:sp>
        <p:nvSpPr>
          <p:cNvPr id="2" name="Title 1"/>
          <p:cNvSpPr>
            <a:spLocks noGrp="1"/>
          </p:cNvSpPr>
          <p:nvPr>
            <p:ph type="title" hasCustomPrompt="1"/>
          </p:nvPr>
        </p:nvSpPr>
        <p:spPr>
          <a:xfrm>
            <a:off x="460375" y="644993"/>
            <a:ext cx="7023540" cy="2641756"/>
          </a:xfrm>
          <a:prstGeom prst="rect">
            <a:avLst/>
          </a:prstGeom>
        </p:spPr>
        <p:txBody>
          <a:bodyPr anchor="b"/>
          <a:lstStyle>
            <a:lvl1pPr algn="l">
              <a:defRPr sz="5000" b="1" i="0">
                <a:latin typeface="Encode Sans Normal Black" charset="0"/>
                <a:ea typeface="Encode Sans Normal Black" charset="0"/>
                <a:cs typeface="Encode Sans Normal Black" charset="0"/>
              </a:defRPr>
            </a:lvl1pPr>
          </a:lstStyle>
          <a:p>
            <a:pPr lvl="0"/>
            <a:r>
              <a:rPr lang="en-US" dirty="0"/>
              <a:t>TITLE HERE</a:t>
            </a:r>
            <a:br>
              <a:rPr lang="en-US" dirty="0"/>
            </a:br>
            <a:r>
              <a:rPr lang="en-US" dirty="0"/>
              <a:t>ENCODE NORMAL</a:t>
            </a:r>
            <a:br>
              <a:rPr lang="en-US" dirty="0"/>
            </a:br>
            <a:r>
              <a:rPr lang="en-US" dirty="0"/>
              <a:t>BLACK, 50 PT. </a:t>
            </a:r>
          </a:p>
        </p:txBody>
      </p:sp>
    </p:spTree>
    <p:extLst>
      <p:ext uri="{BB962C8B-B14F-4D97-AF65-F5344CB8AC3E}">
        <p14:creationId xmlns:p14="http://schemas.microsoft.com/office/powerpoint/2010/main" val="396565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descr="W Logo_Purple_2685_HEX.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83915" y="4219956"/>
            <a:ext cx="1371600" cy="923544"/>
          </a:xfrm>
          <a:prstGeom prst="rect">
            <a:avLst/>
          </a:prstGeom>
        </p:spPr>
      </p:pic>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9461" y="3426449"/>
            <a:ext cx="1597439" cy="139700"/>
          </a:xfrm>
          <a:prstGeom prst="rect">
            <a:avLst/>
          </a:prstGeom>
        </p:spPr>
      </p:pic>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68085" y="4675530"/>
            <a:ext cx="2539991" cy="172311"/>
          </a:xfrm>
          <a:prstGeom prst="rect">
            <a:avLst/>
          </a:prstGeom>
        </p:spPr>
      </p:pic>
      <p:sp>
        <p:nvSpPr>
          <p:cNvPr id="2" name="Title 1"/>
          <p:cNvSpPr>
            <a:spLocks noGrp="1"/>
          </p:cNvSpPr>
          <p:nvPr>
            <p:ph type="title" hasCustomPrompt="1"/>
          </p:nvPr>
        </p:nvSpPr>
        <p:spPr>
          <a:xfrm>
            <a:off x="460375" y="644993"/>
            <a:ext cx="6972300" cy="2641756"/>
          </a:xfrm>
          <a:prstGeom prst="rect">
            <a:avLst/>
          </a:prstGeom>
        </p:spPr>
        <p:txBody>
          <a:bodyPr anchor="b"/>
          <a:lstStyle>
            <a:lvl1pPr algn="l">
              <a:defRPr sz="5000" b="1" i="0">
                <a:latin typeface="Encode Sans Normal Black" charset="0"/>
                <a:ea typeface="Encode Sans Normal Black" charset="0"/>
                <a:cs typeface="Encode Sans Normal Black" charset="0"/>
              </a:defRPr>
            </a:lvl1pPr>
          </a:lstStyle>
          <a:p>
            <a:pPr lvl="0"/>
            <a:r>
              <a:rPr lang="en-US" dirty="0"/>
              <a:t>TITLE HERE</a:t>
            </a:r>
            <a:br>
              <a:rPr lang="en-US" dirty="0"/>
            </a:br>
            <a:r>
              <a:rPr lang="en-US" dirty="0"/>
              <a:t>ENCODE NORMAL</a:t>
            </a:r>
            <a:br>
              <a:rPr lang="en-US" dirty="0"/>
            </a:br>
            <a:r>
              <a:rPr lang="en-US" dirty="0"/>
              <a:t>BLACK, 50 PT. </a:t>
            </a:r>
          </a:p>
        </p:txBody>
      </p:sp>
    </p:spTree>
    <p:extLst>
      <p:ext uri="{BB962C8B-B14F-4D97-AF65-F5344CB8AC3E}">
        <p14:creationId xmlns:p14="http://schemas.microsoft.com/office/powerpoint/2010/main" val="2901491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447923" y="2320239"/>
            <a:ext cx="8197114" cy="2251761"/>
          </a:xfrm>
          <a:prstGeom prst="rect">
            <a:avLst/>
          </a:prstGeom>
        </p:spPr>
        <p:txBody>
          <a:bodyPr/>
          <a:lstStyle>
            <a:lvl1pPr marL="342900" indent="-342900">
              <a:buFont typeface="Lucida Grande"/>
              <a:buChar char="&gt;"/>
              <a:defRPr sz="2400" b="1" i="0" baseline="0">
                <a:solidFill>
                  <a:schemeClr val="tx2"/>
                </a:solidFill>
                <a:latin typeface="Open Sans" charset="0"/>
                <a:ea typeface="Open Sans" charset="0"/>
                <a:cs typeface="Open Sans" charset="0"/>
              </a:defRPr>
            </a:lvl1pPr>
            <a:lvl2pPr>
              <a:defRPr sz="2000" b="1" i="0" baseline="0">
                <a:solidFill>
                  <a:schemeClr val="tx2"/>
                </a:solidFill>
                <a:latin typeface="Open Sans" charset="0"/>
                <a:ea typeface="Open Sans" charset="0"/>
                <a:cs typeface="Open Sans" charset="0"/>
              </a:defRPr>
            </a:lvl2pPr>
            <a:lvl3pPr marL="1143000" indent="-228600">
              <a:buSzPct val="100000"/>
              <a:buFont typeface="Lucida Grande"/>
              <a:buChar char="&gt;"/>
              <a:defRPr sz="1800" b="1" i="0" baseline="0">
                <a:solidFill>
                  <a:schemeClr val="tx2"/>
                </a:solidFill>
                <a:latin typeface="Open Sans" charset="0"/>
                <a:ea typeface="Open Sans" charset="0"/>
                <a:cs typeface="Open Sans" charset="0"/>
              </a:defRPr>
            </a:lvl3pPr>
            <a:lvl4pPr>
              <a:defRPr sz="1600" b="1" i="0" baseline="0">
                <a:solidFill>
                  <a:schemeClr val="tx2"/>
                </a:solidFill>
                <a:latin typeface="Open Sans" charset="0"/>
                <a:ea typeface="Open Sans" charset="0"/>
                <a:cs typeface="Open Sans" charset="0"/>
              </a:defRPr>
            </a:lvl4pPr>
            <a:lvl5pPr marL="2057400" indent="-228600">
              <a:buFont typeface="Lucida Grande"/>
              <a:buChar char="&gt;"/>
              <a:defRPr sz="1400" b="1" i="0" baseline="0">
                <a:solidFill>
                  <a:schemeClr val="tx2"/>
                </a:solidFill>
                <a:latin typeface="Open Sans" charset="0"/>
                <a:ea typeface="Open Sans" charset="0"/>
                <a:cs typeface="Open Sans" charset="0"/>
              </a:defRPr>
            </a:lvl5pPr>
          </a:lstStyle>
          <a:p>
            <a:pPr lvl="0"/>
            <a:r>
              <a:rPr lang="en-US" dirty="0"/>
              <a:t>Content here (Open Sans Bold, 24 pt.)</a:t>
            </a:r>
          </a:p>
          <a:p>
            <a:pPr lvl="1"/>
            <a:r>
              <a:rPr lang="en-US" dirty="0"/>
              <a:t>Second level (Open Sans Bold, 20)</a:t>
            </a:r>
          </a:p>
          <a:p>
            <a:pPr lvl="2"/>
            <a:r>
              <a:rPr lang="en-US" dirty="0"/>
              <a:t>Third level (Open Sans Bold, 18)</a:t>
            </a:r>
          </a:p>
          <a:p>
            <a:pPr lvl="3"/>
            <a:r>
              <a:rPr lang="en-US" dirty="0"/>
              <a:t>Fourth level (Open Sans Bold, 16)</a:t>
            </a:r>
          </a:p>
          <a:p>
            <a:pPr lvl="4"/>
            <a:r>
              <a:rPr lang="en-US" dirty="0"/>
              <a:t>Fifth level (Open Sans Bold, 14)</a:t>
            </a:r>
          </a:p>
        </p:txBody>
      </p:sp>
      <p:sp>
        <p:nvSpPr>
          <p:cNvPr id="11" name="Text Placeholder 5"/>
          <p:cNvSpPr>
            <a:spLocks noGrp="1"/>
          </p:cNvSpPr>
          <p:nvPr>
            <p:ph type="body" sz="quarter" idx="12" hasCustomPrompt="1"/>
          </p:nvPr>
        </p:nvSpPr>
        <p:spPr>
          <a:xfrm>
            <a:off x="460375" y="1730667"/>
            <a:ext cx="8184662" cy="411171"/>
          </a:xfrm>
          <a:prstGeom prst="rect">
            <a:avLst/>
          </a:prstGeom>
        </p:spPr>
        <p:txBody>
          <a:bodyPr>
            <a:noAutofit/>
          </a:bodyPr>
          <a:lstStyle>
            <a:lvl1pPr marL="0" indent="0">
              <a:lnSpc>
                <a:spcPct val="90000"/>
              </a:lnSpc>
              <a:buNone/>
              <a:defRPr sz="2400" b="0" i="0" baseline="0">
                <a:solidFill>
                  <a:schemeClr val="tx2"/>
                </a:solidFill>
                <a:latin typeface="Uni Sans" charset="0"/>
                <a:ea typeface="Uni Sans" charset="0"/>
                <a:cs typeface="Uni Sans" charset="0"/>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SUB-HEADER HERE (UNI SANS REGULAR, 24 PT.)</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5874" y="1363508"/>
            <a:ext cx="1090095" cy="96362"/>
          </a:xfrm>
          <a:prstGeom prst="rect">
            <a:avLst/>
          </a:prstGeom>
        </p:spPr>
      </p:pic>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05041" y="4675530"/>
            <a:ext cx="2539991" cy="172311"/>
          </a:xfrm>
          <a:prstGeom prst="rect">
            <a:avLst/>
          </a:prstGeom>
        </p:spPr>
      </p:pic>
      <p:sp>
        <p:nvSpPr>
          <p:cNvPr id="2" name="Title 1"/>
          <p:cNvSpPr>
            <a:spLocks noGrp="1"/>
          </p:cNvSpPr>
          <p:nvPr>
            <p:ph type="title" hasCustomPrompt="1"/>
          </p:nvPr>
        </p:nvSpPr>
        <p:spPr>
          <a:xfrm>
            <a:off x="460374" y="369733"/>
            <a:ext cx="8184657" cy="993775"/>
          </a:xfrm>
          <a:prstGeom prst="rect">
            <a:avLst/>
          </a:prstGeom>
        </p:spPr>
        <p:txBody>
          <a:bodyPr anchor="b"/>
          <a:lstStyle>
            <a:lvl1pPr algn="l">
              <a:defRPr sz="3000" b="1" i="0">
                <a:latin typeface="Encode Sans Normal Black" charset="0"/>
                <a:ea typeface="Encode Sans Normal Black" charset="0"/>
                <a:cs typeface="Encode Sans Normal Black" charset="0"/>
              </a:defRPr>
            </a:lvl1pPr>
          </a:lstStyle>
          <a:p>
            <a:pPr lvl="0"/>
            <a:r>
              <a:rPr lang="en-US" dirty="0"/>
              <a:t>HEADER HERE </a:t>
            </a:r>
            <a:br>
              <a:rPr lang="en-US" dirty="0"/>
            </a:br>
            <a:r>
              <a:rPr lang="en-US" dirty="0"/>
              <a:t>(ENCODE NORMAL BLACK, 30 PT.)</a:t>
            </a:r>
          </a:p>
        </p:txBody>
      </p:sp>
    </p:spTree>
    <p:extLst>
      <p:ext uri="{BB962C8B-B14F-4D97-AF65-F5344CB8AC3E}">
        <p14:creationId xmlns:p14="http://schemas.microsoft.com/office/powerpoint/2010/main" val="2429301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447923" y="1730667"/>
            <a:ext cx="8197114" cy="2365901"/>
          </a:xfrm>
          <a:prstGeom prst="rect">
            <a:avLst/>
          </a:prstGeom>
        </p:spPr>
        <p:txBody>
          <a:bodyPr/>
          <a:lstStyle>
            <a:lvl1pPr marL="342900" indent="-342900">
              <a:buFont typeface="Lucida Grande"/>
              <a:buChar char="&gt;"/>
              <a:defRPr sz="2400" b="1" i="0" baseline="0">
                <a:solidFill>
                  <a:schemeClr val="tx2"/>
                </a:solidFill>
                <a:latin typeface="Open Sans" charset="0"/>
                <a:ea typeface="Open Sans" charset="0"/>
                <a:cs typeface="Open Sans" charset="0"/>
              </a:defRPr>
            </a:lvl1pPr>
            <a:lvl2pPr>
              <a:defRPr sz="2000" b="1" i="0" baseline="0">
                <a:solidFill>
                  <a:schemeClr val="tx2"/>
                </a:solidFill>
                <a:latin typeface="Open Sans" charset="0"/>
                <a:ea typeface="Open Sans" charset="0"/>
                <a:cs typeface="Open Sans" charset="0"/>
              </a:defRPr>
            </a:lvl2pPr>
            <a:lvl3pPr marL="1143000" indent="-228600">
              <a:buSzPct val="100000"/>
              <a:buFont typeface="Lucida Grande"/>
              <a:buChar char="&gt;"/>
              <a:defRPr sz="1800" b="1" i="0" baseline="0">
                <a:solidFill>
                  <a:schemeClr val="tx2"/>
                </a:solidFill>
                <a:latin typeface="Open Sans" charset="0"/>
                <a:ea typeface="Open Sans" charset="0"/>
                <a:cs typeface="Open Sans" charset="0"/>
              </a:defRPr>
            </a:lvl3pPr>
            <a:lvl4pPr>
              <a:defRPr sz="1600" b="1" i="0" baseline="0">
                <a:solidFill>
                  <a:schemeClr val="tx2"/>
                </a:solidFill>
                <a:latin typeface="Open Sans" charset="0"/>
                <a:ea typeface="Open Sans" charset="0"/>
                <a:cs typeface="Open Sans" charset="0"/>
              </a:defRPr>
            </a:lvl4pPr>
            <a:lvl5pPr marL="2057400" indent="-228600">
              <a:buFont typeface="Lucida Grande"/>
              <a:buChar char="&gt;"/>
              <a:defRPr sz="1400" b="1" i="0" baseline="0">
                <a:solidFill>
                  <a:schemeClr val="tx2"/>
                </a:solidFill>
                <a:latin typeface="Open Sans" charset="0"/>
                <a:ea typeface="Open Sans" charset="0"/>
                <a:cs typeface="Open Sans" charset="0"/>
              </a:defRPr>
            </a:lvl5pPr>
          </a:lstStyle>
          <a:p>
            <a:pPr lvl="0"/>
            <a:r>
              <a:rPr lang="en-US" dirty="0"/>
              <a:t>Content here (Open Sans Bold, 24 pt.)</a:t>
            </a:r>
          </a:p>
          <a:p>
            <a:pPr lvl="1"/>
            <a:r>
              <a:rPr lang="en-US" dirty="0"/>
              <a:t>Second level (Open Sans Bold, 20)</a:t>
            </a:r>
          </a:p>
          <a:p>
            <a:pPr lvl="2"/>
            <a:r>
              <a:rPr lang="en-US" dirty="0"/>
              <a:t>Third level (Open Sans Bold, 18)</a:t>
            </a:r>
          </a:p>
          <a:p>
            <a:pPr lvl="3"/>
            <a:r>
              <a:rPr lang="en-US" dirty="0"/>
              <a:t>Fourth level (Open Sans Bold, 16)</a:t>
            </a:r>
          </a:p>
          <a:p>
            <a:pPr lvl="4"/>
            <a:r>
              <a:rPr lang="en-US" dirty="0"/>
              <a:t>Fifth level (Open Sans Bold, 14)</a:t>
            </a:r>
          </a:p>
        </p:txBody>
      </p:sp>
      <p:pic>
        <p:nvPicPr>
          <p:cNvPr id="13" name="Picture 12" descr="W Logo_Purple_2685_HEX.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83915" y="4219956"/>
            <a:ext cx="1371600" cy="923544"/>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5874" y="1363508"/>
            <a:ext cx="1090095" cy="96362"/>
          </a:xfrm>
          <a:prstGeom prst="rect">
            <a:avLst/>
          </a:prstGeom>
        </p:spPr>
      </p:pic>
      <p:sp>
        <p:nvSpPr>
          <p:cNvPr id="2" name="Title 1"/>
          <p:cNvSpPr>
            <a:spLocks noGrp="1"/>
          </p:cNvSpPr>
          <p:nvPr>
            <p:ph type="title" hasCustomPrompt="1"/>
          </p:nvPr>
        </p:nvSpPr>
        <p:spPr>
          <a:xfrm>
            <a:off x="460375" y="369733"/>
            <a:ext cx="8184662" cy="993775"/>
          </a:xfrm>
          <a:prstGeom prst="rect">
            <a:avLst/>
          </a:prstGeom>
        </p:spPr>
        <p:txBody>
          <a:bodyPr anchor="b"/>
          <a:lstStyle>
            <a:lvl1pPr algn="l">
              <a:defRPr sz="3000" b="1" i="0">
                <a:latin typeface="Encode Sans Normal Black" charset="0"/>
                <a:ea typeface="Encode Sans Normal Black" charset="0"/>
                <a:cs typeface="Encode Sans Normal Black" charset="0"/>
              </a:defRPr>
            </a:lvl1pPr>
          </a:lstStyle>
          <a:p>
            <a:pPr lvl="0"/>
            <a:r>
              <a:rPr lang="en-US" dirty="0"/>
              <a:t>HEADER HERE </a:t>
            </a:r>
            <a:br>
              <a:rPr lang="en-US" dirty="0"/>
            </a:br>
            <a:r>
              <a:rPr lang="en-US" dirty="0"/>
              <a:t>(ENCODE NORMAL BLACK, 30 PT.)</a:t>
            </a:r>
          </a:p>
        </p:txBody>
      </p:sp>
    </p:spTree>
    <p:extLst>
      <p:ext uri="{BB962C8B-B14F-4D97-AF65-F5344CB8AC3E}">
        <p14:creationId xmlns:p14="http://schemas.microsoft.com/office/powerpoint/2010/main" val="3890392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5874" y="1363508"/>
            <a:ext cx="1090095" cy="96362"/>
          </a:xfrm>
          <a:prstGeom prst="rect">
            <a:avLst/>
          </a:prstGeom>
        </p:spPr>
      </p:pic>
      <p:sp>
        <p:nvSpPr>
          <p:cNvPr id="8" name="Chart Placeholder 11"/>
          <p:cNvSpPr>
            <a:spLocks noGrp="1"/>
          </p:cNvSpPr>
          <p:nvPr>
            <p:ph type="chart" sz="quarter" idx="12" hasCustomPrompt="1"/>
          </p:nvPr>
        </p:nvSpPr>
        <p:spPr>
          <a:xfrm>
            <a:off x="447923" y="1724977"/>
            <a:ext cx="8184662" cy="2961163"/>
          </a:xfrm>
          <a:prstGeom prst="rect">
            <a:avLst/>
          </a:prstGeom>
        </p:spPr>
        <p:txBody>
          <a:bodyPr>
            <a:normAutofit/>
          </a:bodyPr>
          <a:lstStyle>
            <a:lvl1pPr marL="0" indent="0">
              <a:buNone/>
              <a:defRPr sz="2400" b="0" i="1" baseline="0">
                <a:solidFill>
                  <a:schemeClr val="tx1"/>
                </a:solidFill>
                <a:latin typeface="Open Sans Light"/>
                <a:cs typeface="Open Sans Light"/>
              </a:defRPr>
            </a:lvl1pPr>
          </a:lstStyle>
          <a:p>
            <a:r>
              <a:rPr lang="en-US" dirty="0"/>
              <a:t>Graphics can go here – </a:t>
            </a:r>
            <a:br>
              <a:rPr lang="en-US" dirty="0"/>
            </a:br>
            <a:r>
              <a:rPr lang="en-US" dirty="0"/>
              <a:t>replace this box with your image or chart</a:t>
            </a:r>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05041" y="4675530"/>
            <a:ext cx="2539991" cy="172311"/>
          </a:xfrm>
          <a:prstGeom prst="rect">
            <a:avLst/>
          </a:prstGeom>
        </p:spPr>
      </p:pic>
      <p:sp>
        <p:nvSpPr>
          <p:cNvPr id="2" name="Title 1"/>
          <p:cNvSpPr>
            <a:spLocks noGrp="1"/>
          </p:cNvSpPr>
          <p:nvPr>
            <p:ph type="title" hasCustomPrompt="1"/>
          </p:nvPr>
        </p:nvSpPr>
        <p:spPr>
          <a:xfrm>
            <a:off x="460375" y="381608"/>
            <a:ext cx="8172210" cy="993775"/>
          </a:xfrm>
          <a:prstGeom prst="rect">
            <a:avLst/>
          </a:prstGeom>
        </p:spPr>
        <p:txBody>
          <a:bodyPr anchor="b"/>
          <a:lstStyle>
            <a:lvl1pPr algn="l">
              <a:defRPr sz="3000" b="1" i="0">
                <a:latin typeface="Encode Sans Normal Black" charset="0"/>
                <a:ea typeface="Encode Sans Normal Black" charset="0"/>
                <a:cs typeface="Encode Sans Normal Black" charset="0"/>
              </a:defRPr>
            </a:lvl1pPr>
          </a:lstStyle>
          <a:p>
            <a:pPr lvl="0"/>
            <a:r>
              <a:rPr lang="en-US" dirty="0"/>
              <a:t>HEADER HERE </a:t>
            </a:r>
            <a:br>
              <a:rPr lang="en-US" dirty="0"/>
            </a:br>
            <a:r>
              <a:rPr lang="en-US" dirty="0"/>
              <a:t>(ENCODE NORMAL BLACK, 30 PT.)</a:t>
            </a:r>
          </a:p>
        </p:txBody>
      </p:sp>
    </p:spTree>
    <p:extLst>
      <p:ext uri="{BB962C8B-B14F-4D97-AF65-F5344CB8AC3E}">
        <p14:creationId xmlns:p14="http://schemas.microsoft.com/office/powerpoint/2010/main" val="744044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568081" y="3426449"/>
            <a:ext cx="1600200" cy="139700"/>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8081" y="4599009"/>
            <a:ext cx="2425226" cy="213273"/>
          </a:xfrm>
          <a:prstGeom prst="rect">
            <a:avLst/>
          </a:prstGeom>
        </p:spPr>
      </p:pic>
      <p:pic>
        <p:nvPicPr>
          <p:cNvPr id="13" name="Picture 12" descr="W Logo_Purple_2685_HEX.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483915" y="4219956"/>
            <a:ext cx="1371600" cy="923544"/>
          </a:xfrm>
          <a:prstGeom prst="rect">
            <a:avLst/>
          </a:prstGeom>
        </p:spPr>
      </p:pic>
      <p:sp>
        <p:nvSpPr>
          <p:cNvPr id="3" name="Title 2"/>
          <p:cNvSpPr>
            <a:spLocks noGrp="1"/>
          </p:cNvSpPr>
          <p:nvPr>
            <p:ph type="title" hasCustomPrompt="1"/>
          </p:nvPr>
        </p:nvSpPr>
        <p:spPr>
          <a:xfrm>
            <a:off x="460375" y="644993"/>
            <a:ext cx="7023540" cy="2641756"/>
          </a:xfrm>
          <a:prstGeom prst="rect">
            <a:avLst/>
          </a:prstGeom>
        </p:spPr>
        <p:txBody>
          <a:bodyPr anchor="b"/>
          <a:lstStyle>
            <a:lvl1pPr algn="l">
              <a:defRPr sz="5000" b="1" i="0">
                <a:latin typeface="Encode Sans Normal Black" charset="0"/>
                <a:ea typeface="Encode Sans Normal Black" charset="0"/>
                <a:cs typeface="Encode Sans Normal Black" charset="0"/>
              </a:defRPr>
            </a:lvl1pPr>
          </a:lstStyle>
          <a:p>
            <a:pPr lvl="0"/>
            <a:r>
              <a:rPr lang="en-US" dirty="0"/>
              <a:t>TITLE HERE</a:t>
            </a:r>
            <a:br>
              <a:rPr lang="en-US" dirty="0"/>
            </a:br>
            <a:r>
              <a:rPr lang="en-US" dirty="0"/>
              <a:t>ENCODE NORMAL</a:t>
            </a:r>
            <a:br>
              <a:rPr lang="en-US" dirty="0"/>
            </a:br>
            <a:r>
              <a:rPr lang="en-US" dirty="0"/>
              <a:t>BLACK, 50 PT. </a:t>
            </a:r>
          </a:p>
        </p:txBody>
      </p:sp>
    </p:spTree>
    <p:extLst>
      <p:ext uri="{BB962C8B-B14F-4D97-AF65-F5344CB8AC3E}">
        <p14:creationId xmlns:p14="http://schemas.microsoft.com/office/powerpoint/2010/main" val="1074028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568081" y="3426449"/>
            <a:ext cx="1600200" cy="139700"/>
          </a:xfrm>
          <a:prstGeom prst="rect">
            <a:avLst/>
          </a:prstGeom>
        </p:spPr>
      </p:pic>
      <p:pic>
        <p:nvPicPr>
          <p:cNvPr id="6" name="Picture 5" descr="W Logo_Purple_2685_HEX.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83915" y="4219956"/>
            <a:ext cx="1371600" cy="923544"/>
          </a:xfrm>
          <a:prstGeom prst="rect">
            <a:avLst/>
          </a:prstGeom>
        </p:spPr>
      </p:pic>
      <p:pic>
        <p:nvPicPr>
          <p:cNvPr id="13" name="Picture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68085" y="4675530"/>
            <a:ext cx="2539991" cy="172311"/>
          </a:xfrm>
          <a:prstGeom prst="rect">
            <a:avLst/>
          </a:prstGeom>
        </p:spPr>
      </p:pic>
      <p:sp>
        <p:nvSpPr>
          <p:cNvPr id="2" name="Title 1"/>
          <p:cNvSpPr>
            <a:spLocks noGrp="1"/>
          </p:cNvSpPr>
          <p:nvPr>
            <p:ph type="title" hasCustomPrompt="1"/>
          </p:nvPr>
        </p:nvSpPr>
        <p:spPr>
          <a:xfrm>
            <a:off x="460376" y="644993"/>
            <a:ext cx="7023540" cy="2641756"/>
          </a:xfrm>
          <a:prstGeom prst="rect">
            <a:avLst/>
          </a:prstGeom>
        </p:spPr>
        <p:txBody>
          <a:bodyPr anchor="b"/>
          <a:lstStyle>
            <a:lvl1pPr algn="l">
              <a:defRPr sz="5000" b="1" i="0">
                <a:latin typeface="Encode Sans Normal Black" charset="0"/>
                <a:ea typeface="Encode Sans Normal Black" charset="0"/>
                <a:cs typeface="Encode Sans Normal Black" charset="0"/>
              </a:defRPr>
            </a:lvl1pPr>
          </a:lstStyle>
          <a:p>
            <a:pPr lvl="0"/>
            <a:r>
              <a:rPr lang="en-US" dirty="0"/>
              <a:t>TITLE HERE</a:t>
            </a:r>
            <a:br>
              <a:rPr lang="en-US" dirty="0"/>
            </a:br>
            <a:r>
              <a:rPr lang="en-US" dirty="0"/>
              <a:t>ENCODE NORMAL</a:t>
            </a:r>
            <a:br>
              <a:rPr lang="en-US" dirty="0"/>
            </a:br>
            <a:r>
              <a:rPr lang="en-US" dirty="0"/>
              <a:t>BLACK, 50 PT. </a:t>
            </a:r>
          </a:p>
        </p:txBody>
      </p:sp>
    </p:spTree>
    <p:extLst>
      <p:ext uri="{BB962C8B-B14F-4D97-AF65-F5344CB8AC3E}">
        <p14:creationId xmlns:p14="http://schemas.microsoft.com/office/powerpoint/2010/main" val="3397191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er + Subheader + Conten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55381" y="1364403"/>
            <a:ext cx="1103781" cy="96361"/>
          </a:xfrm>
          <a:prstGeom prst="rect">
            <a:avLst/>
          </a:prstGeom>
        </p:spPr>
      </p:pic>
      <p:sp>
        <p:nvSpPr>
          <p:cNvPr id="24" name="Text Placeholder 9"/>
          <p:cNvSpPr>
            <a:spLocks noGrp="1"/>
          </p:cNvSpPr>
          <p:nvPr>
            <p:ph type="body" sz="quarter" idx="11" hasCustomPrompt="1"/>
          </p:nvPr>
        </p:nvSpPr>
        <p:spPr>
          <a:xfrm>
            <a:off x="447923" y="2320239"/>
            <a:ext cx="8197114" cy="2251761"/>
          </a:xfrm>
          <a:prstGeom prst="rect">
            <a:avLst/>
          </a:prstGeom>
        </p:spPr>
        <p:txBody>
          <a:bodyPr/>
          <a:lstStyle>
            <a:lvl1pPr marL="342900" indent="-342900">
              <a:buFont typeface="Arial" panose="020B0604020202020204" pitchFamily="34" charset="0"/>
              <a:buChar char="•"/>
              <a:defRPr sz="2400" b="1" i="0" baseline="0">
                <a:solidFill>
                  <a:schemeClr val="tx2"/>
                </a:solidFill>
                <a:latin typeface="Open Sans" charset="0"/>
                <a:ea typeface="Open Sans" charset="0"/>
                <a:cs typeface="Open Sans" charset="0"/>
              </a:defRPr>
            </a:lvl1pPr>
            <a:lvl2pPr marL="742950" indent="-285750">
              <a:buFont typeface="Arial" panose="020B0604020202020204" pitchFamily="34" charset="0"/>
              <a:buChar char="•"/>
              <a:defRPr sz="2000" b="1" i="0" baseline="0">
                <a:solidFill>
                  <a:schemeClr val="tx2"/>
                </a:solidFill>
                <a:latin typeface="Open Sans" charset="0"/>
                <a:ea typeface="Open Sans" charset="0"/>
                <a:cs typeface="Open Sans" charset="0"/>
              </a:defRPr>
            </a:lvl2pPr>
            <a:lvl3pPr marL="1143000" indent="-228600">
              <a:buSzPct val="100000"/>
              <a:buFont typeface="Arial" panose="020B0604020202020204" pitchFamily="34" charset="0"/>
              <a:buChar char="•"/>
              <a:defRPr sz="1800" b="1" i="0" baseline="0">
                <a:solidFill>
                  <a:schemeClr val="tx2"/>
                </a:solidFill>
                <a:latin typeface="Open Sans" charset="0"/>
                <a:ea typeface="Open Sans" charset="0"/>
                <a:cs typeface="Open Sans" charset="0"/>
              </a:defRPr>
            </a:lvl3pPr>
            <a:lvl4pPr marL="1600200" indent="-228600">
              <a:buFont typeface="Arial" panose="020B0604020202020204" pitchFamily="34" charset="0"/>
              <a:buChar char="•"/>
              <a:defRPr sz="1600" b="1" i="0" baseline="0">
                <a:solidFill>
                  <a:schemeClr val="tx2"/>
                </a:solidFill>
                <a:latin typeface="Open Sans" charset="0"/>
                <a:ea typeface="Open Sans" charset="0"/>
                <a:cs typeface="Open Sans" charset="0"/>
              </a:defRPr>
            </a:lvl4pPr>
            <a:lvl5pPr marL="2057400" indent="-228600">
              <a:buFont typeface="Arial" panose="020B0604020202020204" pitchFamily="34" charset="0"/>
              <a:buChar char="•"/>
              <a:defRPr sz="1400" b="1" i="0" baseline="0">
                <a:solidFill>
                  <a:schemeClr val="tx2"/>
                </a:solidFill>
                <a:latin typeface="Open Sans" charset="0"/>
                <a:ea typeface="Open Sans" charset="0"/>
                <a:cs typeface="Open Sans" charset="0"/>
              </a:defRPr>
            </a:lvl5pPr>
          </a:lstStyle>
          <a:p>
            <a:pPr lvl="0"/>
            <a:r>
              <a:rPr lang="en-US" dirty="0"/>
              <a:t>Content here (Open Sans Bold, 24 pt.)</a:t>
            </a:r>
          </a:p>
          <a:p>
            <a:pPr lvl="1"/>
            <a:r>
              <a:rPr lang="en-US" dirty="0"/>
              <a:t>Second level (Open Sans Bold, 20)</a:t>
            </a:r>
          </a:p>
          <a:p>
            <a:pPr lvl="2"/>
            <a:r>
              <a:rPr lang="en-US" dirty="0"/>
              <a:t>Third level (Open Sans Bold, 18)</a:t>
            </a:r>
          </a:p>
          <a:p>
            <a:pPr lvl="3"/>
            <a:r>
              <a:rPr lang="en-US" dirty="0"/>
              <a:t>Fourth level (Open Sans Bold, 16)</a:t>
            </a:r>
          </a:p>
          <a:p>
            <a:pPr lvl="4"/>
            <a:r>
              <a:rPr lang="en-US" dirty="0"/>
              <a:t>Fifth level (Open Sans Bold, 14)</a:t>
            </a:r>
          </a:p>
        </p:txBody>
      </p:sp>
      <p:sp>
        <p:nvSpPr>
          <p:cNvPr id="25" name="Text Placeholder 5"/>
          <p:cNvSpPr>
            <a:spLocks noGrp="1"/>
          </p:cNvSpPr>
          <p:nvPr>
            <p:ph type="body" sz="quarter" idx="12" hasCustomPrompt="1"/>
          </p:nvPr>
        </p:nvSpPr>
        <p:spPr>
          <a:xfrm>
            <a:off x="460375" y="1730667"/>
            <a:ext cx="8184662" cy="411171"/>
          </a:xfrm>
          <a:prstGeom prst="rect">
            <a:avLst/>
          </a:prstGeom>
        </p:spPr>
        <p:txBody>
          <a:bodyPr>
            <a:noAutofit/>
          </a:bodyPr>
          <a:lstStyle>
            <a:lvl1pPr marL="0" indent="0">
              <a:lnSpc>
                <a:spcPct val="90000"/>
              </a:lnSpc>
              <a:buNone/>
              <a:defRPr sz="2400" b="0" i="0" baseline="0">
                <a:solidFill>
                  <a:schemeClr val="tx2"/>
                </a:solidFill>
                <a:latin typeface="Uni Sans" charset="0"/>
                <a:ea typeface="Uni Sans" charset="0"/>
                <a:cs typeface="Uni Sans" charset="0"/>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SUB-HEADER HERE (UNI SANS REGULAR, 24 PT.)</a:t>
            </a:r>
          </a:p>
        </p:txBody>
      </p:sp>
      <p:pic>
        <p:nvPicPr>
          <p:cNvPr id="26" name="Picture 2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05041" y="4675530"/>
            <a:ext cx="2539991" cy="172311"/>
          </a:xfrm>
          <a:prstGeom prst="rect">
            <a:avLst/>
          </a:prstGeom>
        </p:spPr>
      </p:pic>
      <p:sp>
        <p:nvSpPr>
          <p:cNvPr id="3" name="Title 1">
            <a:extLst>
              <a:ext uri="{FF2B5EF4-FFF2-40B4-BE49-F238E27FC236}">
                <a16:creationId xmlns:a16="http://schemas.microsoft.com/office/drawing/2014/main" id="{43AA28DA-F571-1EA8-8CF8-B66B238B7AE4}"/>
              </a:ext>
            </a:extLst>
          </p:cNvPr>
          <p:cNvSpPr>
            <a:spLocks noGrp="1"/>
          </p:cNvSpPr>
          <p:nvPr>
            <p:ph type="title" hasCustomPrompt="1"/>
          </p:nvPr>
        </p:nvSpPr>
        <p:spPr>
          <a:xfrm>
            <a:off x="460375" y="370623"/>
            <a:ext cx="8184662" cy="530808"/>
          </a:xfrm>
          <a:prstGeom prst="rect">
            <a:avLst/>
          </a:prstGeom>
        </p:spPr>
        <p:txBody>
          <a:bodyPr anchor="b"/>
          <a:lstStyle>
            <a:lvl1pPr algn="l">
              <a:defRPr sz="3000" b="1" i="0">
                <a:latin typeface="Encode Sans Normal Black" charset="0"/>
                <a:ea typeface="Encode Sans Normal Black" charset="0"/>
                <a:cs typeface="Encode Sans Normal Black" charset="0"/>
              </a:defRPr>
            </a:lvl1pPr>
          </a:lstStyle>
          <a:p>
            <a:pPr lvl="0"/>
            <a:r>
              <a:rPr lang="en-US" dirty="0"/>
              <a:t>HEADER HERE </a:t>
            </a:r>
            <a:br>
              <a:rPr lang="en-US" dirty="0"/>
            </a:br>
            <a:r>
              <a:rPr lang="en-US" dirty="0"/>
              <a:t>(ENCODE NORMAL BLACK, 30 PT.)</a:t>
            </a:r>
          </a:p>
        </p:txBody>
      </p:sp>
      <p:pic>
        <p:nvPicPr>
          <p:cNvPr id="4" name="Picture 3">
            <a:extLst>
              <a:ext uri="{FF2B5EF4-FFF2-40B4-BE49-F238E27FC236}">
                <a16:creationId xmlns:a16="http://schemas.microsoft.com/office/drawing/2014/main" id="{88CA3428-71FA-BB38-CF13-BEF85DF2EEAD}"/>
              </a:ext>
            </a:extLst>
          </p:cNvPr>
          <p:cNvPicPr>
            <a:picLocks noChangeAspect="1"/>
          </p:cNvPicPr>
          <p:nvPr userDrawn="1"/>
        </p:nvPicPr>
        <p:blipFill>
          <a:blip r:embed="rId4"/>
          <a:stretch>
            <a:fillRect/>
          </a:stretch>
        </p:blipFill>
        <p:spPr>
          <a:xfrm>
            <a:off x="549031" y="975597"/>
            <a:ext cx="1103781" cy="96362"/>
          </a:xfrm>
          <a:prstGeom prst="rect">
            <a:avLst/>
          </a:prstGeom>
        </p:spPr>
      </p:pic>
    </p:spTree>
    <p:extLst>
      <p:ext uri="{BB962C8B-B14F-4D97-AF65-F5344CB8AC3E}">
        <p14:creationId xmlns:p14="http://schemas.microsoft.com/office/powerpoint/2010/main" val="3072872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er + Content">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stretch>
            <a:fillRect/>
          </a:stretch>
        </p:blipFill>
        <p:spPr>
          <a:xfrm>
            <a:off x="549031" y="975597"/>
            <a:ext cx="1103781" cy="96362"/>
          </a:xfrm>
          <a:prstGeom prst="rect">
            <a:avLst/>
          </a:prstGeom>
        </p:spPr>
      </p:pic>
      <p:pic>
        <p:nvPicPr>
          <p:cNvPr id="6" name="Picture 5" descr="W Logo_Purple_2685_HEX.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83915" y="4219956"/>
            <a:ext cx="1371600" cy="923544"/>
          </a:xfrm>
          <a:prstGeom prst="rect">
            <a:avLst/>
          </a:prstGeom>
        </p:spPr>
      </p:pic>
      <p:sp>
        <p:nvSpPr>
          <p:cNvPr id="8" name="Text Placeholder 9"/>
          <p:cNvSpPr>
            <a:spLocks noGrp="1"/>
          </p:cNvSpPr>
          <p:nvPr>
            <p:ph type="body" sz="quarter" idx="11" hasCustomPrompt="1"/>
          </p:nvPr>
        </p:nvSpPr>
        <p:spPr>
          <a:xfrm>
            <a:off x="447923" y="1146125"/>
            <a:ext cx="8197114" cy="3626752"/>
          </a:xfrm>
          <a:prstGeom prst="rect">
            <a:avLst/>
          </a:prstGeom>
        </p:spPr>
        <p:txBody>
          <a:bodyPr/>
          <a:lstStyle>
            <a:lvl1pPr marL="342900" indent="-342900">
              <a:buFont typeface="Arial" panose="020B0604020202020204" pitchFamily="34" charset="0"/>
              <a:buChar char="•"/>
              <a:defRPr sz="2400" b="1" i="0" baseline="0">
                <a:solidFill>
                  <a:schemeClr val="tx2"/>
                </a:solidFill>
                <a:latin typeface="Open Sans" charset="0"/>
                <a:ea typeface="Open Sans" charset="0"/>
                <a:cs typeface="Open Sans" charset="0"/>
              </a:defRPr>
            </a:lvl1pPr>
            <a:lvl2pPr marL="742950" indent="-285750">
              <a:buFont typeface="Arial" panose="020B0604020202020204" pitchFamily="34" charset="0"/>
              <a:buChar char="•"/>
              <a:defRPr sz="2000" b="1" i="0" baseline="0">
                <a:solidFill>
                  <a:schemeClr val="tx2"/>
                </a:solidFill>
                <a:latin typeface="Open Sans" charset="0"/>
                <a:ea typeface="Open Sans" charset="0"/>
                <a:cs typeface="Open Sans" charset="0"/>
              </a:defRPr>
            </a:lvl2pPr>
            <a:lvl3pPr marL="1143000" indent="-228600">
              <a:buSzPct val="100000"/>
              <a:buFont typeface="Arial" panose="020B0604020202020204" pitchFamily="34" charset="0"/>
              <a:buChar char="•"/>
              <a:defRPr sz="1800" b="1" i="0" baseline="0">
                <a:solidFill>
                  <a:schemeClr val="tx2"/>
                </a:solidFill>
                <a:latin typeface="Open Sans" charset="0"/>
                <a:ea typeface="Open Sans" charset="0"/>
                <a:cs typeface="Open Sans" charset="0"/>
              </a:defRPr>
            </a:lvl3pPr>
            <a:lvl4pPr marL="1600200" indent="-228600">
              <a:buFont typeface="Arial" panose="020B0604020202020204" pitchFamily="34" charset="0"/>
              <a:buChar char="•"/>
              <a:defRPr sz="1600" b="1" i="0" baseline="0">
                <a:solidFill>
                  <a:schemeClr val="tx2"/>
                </a:solidFill>
                <a:latin typeface="Open Sans" charset="0"/>
                <a:ea typeface="Open Sans" charset="0"/>
                <a:cs typeface="Open Sans" charset="0"/>
              </a:defRPr>
            </a:lvl4pPr>
            <a:lvl5pPr marL="2057400" indent="-228600">
              <a:buFont typeface="Arial" panose="020B0604020202020204" pitchFamily="34" charset="0"/>
              <a:buChar char="•"/>
              <a:defRPr sz="1400" b="1" i="0" baseline="0">
                <a:solidFill>
                  <a:schemeClr val="tx2"/>
                </a:solidFill>
                <a:latin typeface="Open Sans" charset="0"/>
                <a:ea typeface="Open Sans" charset="0"/>
                <a:cs typeface="Open Sans" charset="0"/>
              </a:defRPr>
            </a:lvl5pPr>
          </a:lstStyle>
          <a:p>
            <a:pPr lvl="0"/>
            <a:r>
              <a:rPr lang="en-US" dirty="0"/>
              <a:t>Content here (Open Sans Bold, 24 pt.)</a:t>
            </a:r>
          </a:p>
          <a:p>
            <a:pPr lvl="1"/>
            <a:r>
              <a:rPr lang="en-US" dirty="0"/>
              <a:t>Second level (Open Sans Bold, 20)</a:t>
            </a:r>
          </a:p>
          <a:p>
            <a:pPr lvl="2"/>
            <a:r>
              <a:rPr lang="en-US" dirty="0"/>
              <a:t>Third level (Open Sans Bold, 18)</a:t>
            </a:r>
          </a:p>
          <a:p>
            <a:pPr lvl="3"/>
            <a:r>
              <a:rPr lang="en-US" dirty="0"/>
              <a:t>Fourth level (Open Sans Bold, 16)</a:t>
            </a:r>
          </a:p>
          <a:p>
            <a:pPr lvl="4"/>
            <a:r>
              <a:rPr lang="en-US" dirty="0"/>
              <a:t>Fifth level (Open Sans Bold, 14)</a:t>
            </a:r>
          </a:p>
        </p:txBody>
      </p:sp>
      <p:sp>
        <p:nvSpPr>
          <p:cNvPr id="2" name="Title 1"/>
          <p:cNvSpPr>
            <a:spLocks noGrp="1"/>
          </p:cNvSpPr>
          <p:nvPr>
            <p:ph type="title" hasCustomPrompt="1"/>
          </p:nvPr>
        </p:nvSpPr>
        <p:spPr>
          <a:xfrm>
            <a:off x="460375" y="370623"/>
            <a:ext cx="8184662" cy="530808"/>
          </a:xfrm>
          <a:prstGeom prst="rect">
            <a:avLst/>
          </a:prstGeom>
        </p:spPr>
        <p:txBody>
          <a:bodyPr anchor="b"/>
          <a:lstStyle>
            <a:lvl1pPr algn="l">
              <a:defRPr sz="3000" b="1" i="0">
                <a:latin typeface="Encode Sans Normal Black" charset="0"/>
                <a:ea typeface="Encode Sans Normal Black" charset="0"/>
                <a:cs typeface="Encode Sans Normal Black" charset="0"/>
              </a:defRPr>
            </a:lvl1pPr>
          </a:lstStyle>
          <a:p>
            <a:pPr lvl="0"/>
            <a:r>
              <a:rPr lang="en-US" dirty="0"/>
              <a:t>HEADER HERE </a:t>
            </a:r>
            <a:br>
              <a:rPr lang="en-US" dirty="0"/>
            </a:br>
            <a:r>
              <a:rPr lang="en-US" dirty="0"/>
              <a:t>(ENCODE NORMAL BLACK, 30 PT.)</a:t>
            </a:r>
          </a:p>
        </p:txBody>
      </p:sp>
    </p:spTree>
    <p:extLst>
      <p:ext uri="{BB962C8B-B14F-4D97-AF65-F5344CB8AC3E}">
        <p14:creationId xmlns:p14="http://schemas.microsoft.com/office/powerpoint/2010/main" val="14502204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er + Graphic">
    <p:spTree>
      <p:nvGrpSpPr>
        <p:cNvPr id="1" name=""/>
        <p:cNvGrpSpPr/>
        <p:nvPr/>
      </p:nvGrpSpPr>
      <p:grpSpPr>
        <a:xfrm>
          <a:off x="0" y="0"/>
          <a:ext cx="0" cy="0"/>
          <a:chOff x="0" y="0"/>
          <a:chExt cx="0" cy="0"/>
        </a:xfrm>
      </p:grpSpPr>
      <p:sp>
        <p:nvSpPr>
          <p:cNvPr id="10" name="Chart Placeholder 11"/>
          <p:cNvSpPr>
            <a:spLocks noGrp="1"/>
          </p:cNvSpPr>
          <p:nvPr>
            <p:ph type="chart" sz="quarter" idx="12" hasCustomPrompt="1"/>
          </p:nvPr>
        </p:nvSpPr>
        <p:spPr>
          <a:xfrm>
            <a:off x="447923" y="1724977"/>
            <a:ext cx="8184662" cy="2961163"/>
          </a:xfrm>
          <a:prstGeom prst="rect">
            <a:avLst/>
          </a:prstGeom>
        </p:spPr>
        <p:txBody>
          <a:bodyPr>
            <a:normAutofit/>
          </a:bodyPr>
          <a:lstStyle>
            <a:lvl1pPr marL="0" indent="0">
              <a:buNone/>
              <a:defRPr sz="2400" b="0" i="1" baseline="0">
                <a:solidFill>
                  <a:schemeClr val="tx1"/>
                </a:solidFill>
                <a:latin typeface="Open Sans Light"/>
                <a:cs typeface="Open Sans Light"/>
              </a:defRPr>
            </a:lvl1pPr>
          </a:lstStyle>
          <a:p>
            <a:r>
              <a:rPr lang="en-US" dirty="0"/>
              <a:t>Graphics can go here – </a:t>
            </a:r>
            <a:br>
              <a:rPr lang="en-US" dirty="0"/>
            </a:br>
            <a:r>
              <a:rPr lang="en-US" dirty="0"/>
              <a:t>replace this box with your image or chart</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05041" y="4675530"/>
            <a:ext cx="2539991" cy="172311"/>
          </a:xfrm>
          <a:prstGeom prst="rect">
            <a:avLst/>
          </a:prstGeom>
        </p:spPr>
      </p:pic>
      <p:sp>
        <p:nvSpPr>
          <p:cNvPr id="3" name="Title 1">
            <a:extLst>
              <a:ext uri="{FF2B5EF4-FFF2-40B4-BE49-F238E27FC236}">
                <a16:creationId xmlns:a16="http://schemas.microsoft.com/office/drawing/2014/main" id="{538BAD21-4036-7734-D24D-2FDB33A7CBEE}"/>
              </a:ext>
            </a:extLst>
          </p:cNvPr>
          <p:cNvSpPr>
            <a:spLocks noGrp="1"/>
          </p:cNvSpPr>
          <p:nvPr>
            <p:ph type="title" hasCustomPrompt="1"/>
          </p:nvPr>
        </p:nvSpPr>
        <p:spPr>
          <a:xfrm>
            <a:off x="460375" y="370623"/>
            <a:ext cx="8184662" cy="530808"/>
          </a:xfrm>
          <a:prstGeom prst="rect">
            <a:avLst/>
          </a:prstGeom>
        </p:spPr>
        <p:txBody>
          <a:bodyPr anchor="b"/>
          <a:lstStyle>
            <a:lvl1pPr algn="l">
              <a:defRPr sz="3000" b="1" i="0">
                <a:latin typeface="Encode Sans Normal Black" charset="0"/>
                <a:ea typeface="Encode Sans Normal Black" charset="0"/>
                <a:cs typeface="Encode Sans Normal Black" charset="0"/>
              </a:defRPr>
            </a:lvl1pPr>
          </a:lstStyle>
          <a:p>
            <a:pPr lvl="0"/>
            <a:r>
              <a:rPr lang="en-US" dirty="0"/>
              <a:t>HEADER HERE </a:t>
            </a:r>
            <a:br>
              <a:rPr lang="en-US" dirty="0"/>
            </a:br>
            <a:r>
              <a:rPr lang="en-US" dirty="0"/>
              <a:t>(ENCODE NORMAL BLACK, 30 PT.)</a:t>
            </a:r>
          </a:p>
        </p:txBody>
      </p:sp>
      <p:pic>
        <p:nvPicPr>
          <p:cNvPr id="4" name="Picture 3">
            <a:extLst>
              <a:ext uri="{FF2B5EF4-FFF2-40B4-BE49-F238E27FC236}">
                <a16:creationId xmlns:a16="http://schemas.microsoft.com/office/drawing/2014/main" id="{29C75EC2-653E-E539-EC5B-281ADFC1C144}"/>
              </a:ext>
            </a:extLst>
          </p:cNvPr>
          <p:cNvPicPr>
            <a:picLocks noChangeAspect="1"/>
          </p:cNvPicPr>
          <p:nvPr userDrawn="1"/>
        </p:nvPicPr>
        <p:blipFill>
          <a:blip r:embed="rId3"/>
          <a:stretch>
            <a:fillRect/>
          </a:stretch>
        </p:blipFill>
        <p:spPr>
          <a:xfrm>
            <a:off x="549031" y="975597"/>
            <a:ext cx="1103781" cy="96362"/>
          </a:xfrm>
          <a:prstGeom prst="rect">
            <a:avLst/>
          </a:prstGeom>
        </p:spPr>
      </p:pic>
    </p:spTree>
    <p:extLst>
      <p:ext uri="{BB962C8B-B14F-4D97-AF65-F5344CB8AC3E}">
        <p14:creationId xmlns:p14="http://schemas.microsoft.com/office/powerpoint/2010/main" val="2489552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Header + Content">
    <p:spTree>
      <p:nvGrpSpPr>
        <p:cNvPr id="1" name=""/>
        <p:cNvGrpSpPr/>
        <p:nvPr/>
      </p:nvGrpSpPr>
      <p:grpSpPr>
        <a:xfrm>
          <a:off x="0" y="0"/>
          <a:ext cx="0" cy="0"/>
          <a:chOff x="0" y="0"/>
          <a:chExt cx="0" cy="0"/>
        </a:xfrm>
      </p:grpSpPr>
      <p:pic>
        <p:nvPicPr>
          <p:cNvPr id="9" name="Picture 8" descr="W Logo_Purple_2685_HEX.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48139" y="4462058"/>
            <a:ext cx="1371600" cy="692658"/>
          </a:xfrm>
          <a:prstGeom prst="rect">
            <a:avLst/>
          </a:prstGeom>
        </p:spPr>
      </p:pic>
      <p:pic>
        <p:nvPicPr>
          <p:cNvPr id="7" name="Picture 6" descr="Bar_RtAngle_7502_RGB.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4225" y="1078354"/>
            <a:ext cx="1358184" cy="50288"/>
          </a:xfrm>
          <a:prstGeom prst="rect">
            <a:avLst/>
          </a:prstGeom>
        </p:spPr>
      </p:pic>
      <p:sp>
        <p:nvSpPr>
          <p:cNvPr id="2" name="Title 1"/>
          <p:cNvSpPr>
            <a:spLocks noGrp="1"/>
          </p:cNvSpPr>
          <p:nvPr>
            <p:ph type="title" hasCustomPrompt="1"/>
          </p:nvPr>
        </p:nvSpPr>
        <p:spPr>
          <a:xfrm>
            <a:off x="784226" y="2000250"/>
            <a:ext cx="8183759" cy="743999"/>
          </a:xfrm>
          <a:prstGeom prst="rect">
            <a:avLst/>
          </a:prstGeom>
        </p:spPr>
        <p:txBody>
          <a:bodyPr anchor="b"/>
          <a:lstStyle>
            <a:lvl1pPr algn="l">
              <a:defRPr sz="2400" b="1" i="0">
                <a:latin typeface="Encode Sans Normal Black" charset="0"/>
                <a:ea typeface="Encode Sans Normal Black" charset="0"/>
                <a:cs typeface="Encode Sans Normal Black" charset="0"/>
              </a:defRPr>
            </a:lvl1pPr>
          </a:lstStyle>
          <a:p>
            <a:pPr lvl="0"/>
            <a:r>
              <a:rPr lang="en-US" dirty="0"/>
              <a:t>Header Here </a:t>
            </a:r>
            <a:br>
              <a:rPr lang="en-US" dirty="0"/>
            </a:br>
            <a:endParaRPr lang="en-US" dirty="0"/>
          </a:p>
        </p:txBody>
      </p:sp>
    </p:spTree>
    <p:extLst>
      <p:ext uri="{BB962C8B-B14F-4D97-AF65-F5344CB8AC3E}">
        <p14:creationId xmlns:p14="http://schemas.microsoft.com/office/powerpoint/2010/main" val="112132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3703096"/>
      </p:ext>
    </p:extLst>
  </p:cSld>
  <p:clrMap bg1="dk1" tx1="lt1" bg2="dk2" tx2="lt2" accent1="accent1" accent2="accent2" accent3="accent3" accent4="accent4" accent5="accent5" accent6="accent6" hlink="hlink" folHlink="folHlink"/>
  <p:sldLayoutIdLst>
    <p:sldLayoutId id="2147483666" r:id="rId1"/>
    <p:sldLayoutId id="2147483658" r:id="rId2"/>
    <p:sldLayoutId id="2147483659" r:id="rId3"/>
    <p:sldLayoutId id="2147483660" r:id="rId4"/>
    <p:sldLayoutId id="2147483661"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2CA9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3665410"/>
      </p:ext>
    </p:extLst>
  </p:cSld>
  <p:clrMap bg1="lt1" tx1="dk1" bg2="lt2" tx2="dk2" accent1="accent1" accent2="accent2" accent3="accent3" accent4="accent4" accent5="accent5" accent6="accent6" hlink="hlink" folHlink="folHlink"/>
  <p:sldLayoutIdLst>
    <p:sldLayoutId id="2147483678" r:id="rId1"/>
    <p:sldLayoutId id="2147483673" r:id="rId2"/>
    <p:sldLayoutId id="2147483674" r:id="rId3"/>
    <p:sldLayoutId id="2147483675" r:id="rId4"/>
    <p:sldLayoutId id="2147483677"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9868176"/>
      </p:ext>
    </p:extLst>
  </p:cSld>
  <p:clrMap bg1="lt1" tx1="dk1" bg2="lt2" tx2="dk2" accent1="accent1" accent2="accent2" accent3="accent3" accent4="accent4" accent5="accent5" accent6="accent6" hlink="hlink" folHlink="folHlink"/>
  <p:sldLayoutIdLst>
    <p:sldLayoutId id="2147483679" r:id="rId1"/>
    <p:sldLayoutId id="2147483653" r:id="rId2"/>
    <p:sldLayoutId id="2147483663" r:id="rId3"/>
    <p:sldLayoutId id="2147483664" r:id="rId4"/>
    <p:sldLayoutId id="2147483665" r:id="rId5"/>
    <p:sldLayoutId id="2147483681" r:id="rId6"/>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hyperlink" Target="https://docs.github.com/en/get-started/git-basics/set-up-git" TargetMode="External"/><Relationship Id="rId2" Type="http://schemas.openxmlformats.org/officeDocument/2006/relationships/hyperlink" Target="https://docs.github.com/en/get-started/start-your-journey/creating-an-account-on-github" TargetMode="External"/><Relationship Id="rId1" Type="http://schemas.openxmlformats.org/officeDocument/2006/relationships/slideLayout" Target="../slideLayouts/slideLayout14.xml"/><Relationship Id="rId4" Type="http://schemas.openxmlformats.org/officeDocument/2006/relationships/hyperlink" Target="https://www.anaconda.com/download"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hyperlink" Target="https://www.themealdb.com/api.php" TargetMode="External"/><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hyperlink" Target="https://www.linkedin.com/in/robertoreif/"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Foundations of Data Science</a:t>
            </a:r>
          </a:p>
        </p:txBody>
      </p:sp>
      <p:sp>
        <p:nvSpPr>
          <p:cNvPr id="3" name="TextBox 2">
            <a:extLst>
              <a:ext uri="{FF2B5EF4-FFF2-40B4-BE49-F238E27FC236}">
                <a16:creationId xmlns:a16="http://schemas.microsoft.com/office/drawing/2014/main" id="{8EEDA201-62B1-94C9-E6A9-27FFD2412C3D}"/>
              </a:ext>
            </a:extLst>
          </p:cNvPr>
          <p:cNvSpPr txBox="1"/>
          <p:nvPr/>
        </p:nvSpPr>
        <p:spPr>
          <a:xfrm>
            <a:off x="1489364" y="3789217"/>
            <a:ext cx="6077689" cy="523220"/>
          </a:xfrm>
          <a:prstGeom prst="rect">
            <a:avLst/>
          </a:prstGeom>
          <a:noFill/>
        </p:spPr>
        <p:txBody>
          <a:bodyPr wrap="none" rtlCol="0">
            <a:spAutoFit/>
          </a:bodyPr>
          <a:lstStyle/>
          <a:p>
            <a:r>
              <a:rPr lang="en-US" sz="2800" b="1" dirty="0"/>
              <a:t>Lesson 10: Data and Code Management</a:t>
            </a:r>
          </a:p>
        </p:txBody>
      </p:sp>
    </p:spTree>
    <p:extLst>
      <p:ext uri="{BB962C8B-B14F-4D97-AF65-F5344CB8AC3E}">
        <p14:creationId xmlns:p14="http://schemas.microsoft.com/office/powerpoint/2010/main" val="2038487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FB37D5-DFFE-8ABD-830D-C8486A9767CD}"/>
              </a:ext>
            </a:extLst>
          </p:cNvPr>
          <p:cNvSpPr>
            <a:spLocks noGrp="1"/>
          </p:cNvSpPr>
          <p:nvPr>
            <p:ph type="body" sz="quarter" idx="11"/>
          </p:nvPr>
        </p:nvSpPr>
        <p:spPr/>
        <p:txBody>
          <a:bodyPr/>
          <a:lstStyle/>
          <a:p>
            <a:pPr>
              <a:lnSpc>
                <a:spcPct val="100000"/>
              </a:lnSpc>
              <a:spcBef>
                <a:spcPts val="600"/>
              </a:spcBef>
              <a:buClr>
                <a:srgbClr val="3F3F3F"/>
              </a:buClr>
              <a:buSzPct val="100000"/>
              <a:buFont typeface="Arial" panose="020B0604020202020204" pitchFamily="34" charset="0"/>
              <a:buChar char="•"/>
            </a:pPr>
            <a:r>
              <a:rPr lang="en-US" sz="1800" b="0" dirty="0">
                <a:cs typeface="Calibri" panose="020F0502020204030204" pitchFamily="34" charset="0"/>
              </a:rPr>
              <a:t>API</a:t>
            </a:r>
          </a:p>
          <a:p>
            <a:pPr>
              <a:lnSpc>
                <a:spcPct val="100000"/>
              </a:lnSpc>
              <a:spcBef>
                <a:spcPts val="600"/>
              </a:spcBef>
              <a:buClr>
                <a:srgbClr val="3F3F3F"/>
              </a:buClr>
              <a:buSzPct val="100000"/>
              <a:buFont typeface="Arial" panose="020B0604020202020204" pitchFamily="34" charset="0"/>
              <a:buChar char="•"/>
            </a:pPr>
            <a:r>
              <a:rPr lang="en-US" sz="1800" b="0" dirty="0">
                <a:cs typeface="Calibri" panose="020F0502020204030204" pitchFamily="34" charset="0"/>
              </a:rPr>
              <a:t>JSON</a:t>
            </a:r>
          </a:p>
          <a:p>
            <a:pPr>
              <a:lnSpc>
                <a:spcPct val="100000"/>
              </a:lnSpc>
              <a:spcBef>
                <a:spcPts val="600"/>
              </a:spcBef>
              <a:buClr>
                <a:srgbClr val="3F3F3F"/>
              </a:buClr>
              <a:buSzPct val="100000"/>
              <a:buFont typeface="Arial" panose="020B0604020202020204" pitchFamily="34" charset="0"/>
              <a:buChar char="•"/>
            </a:pPr>
            <a:r>
              <a:rPr lang="en-US" sz="1800" b="0" dirty="0">
                <a:cs typeface="Calibri" panose="020F0502020204030204" pitchFamily="34" charset="0"/>
              </a:rPr>
              <a:t>Flask</a:t>
            </a:r>
          </a:p>
          <a:p>
            <a:pPr>
              <a:lnSpc>
                <a:spcPct val="100000"/>
              </a:lnSpc>
              <a:spcBef>
                <a:spcPts val="600"/>
              </a:spcBef>
              <a:buClr>
                <a:srgbClr val="3F3F3F"/>
              </a:buClr>
              <a:buSzPct val="100000"/>
              <a:buFont typeface="Arial" panose="020B0604020202020204" pitchFamily="34" charset="0"/>
              <a:buChar char="•"/>
            </a:pPr>
            <a:r>
              <a:rPr lang="en-US" sz="1800" b="0" dirty="0">
                <a:cs typeface="Calibri" panose="020F0502020204030204" pitchFamily="34" charset="0"/>
              </a:rPr>
              <a:t>Git</a:t>
            </a:r>
          </a:p>
        </p:txBody>
      </p:sp>
      <p:sp>
        <p:nvSpPr>
          <p:cNvPr id="3" name="Title 2">
            <a:extLst>
              <a:ext uri="{FF2B5EF4-FFF2-40B4-BE49-F238E27FC236}">
                <a16:creationId xmlns:a16="http://schemas.microsoft.com/office/drawing/2014/main" id="{9EAA53DD-46B7-0D3B-8EEC-633BC3068279}"/>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1874237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BF0670-7395-34A0-81C4-6D8409610BB6}"/>
              </a:ext>
            </a:extLst>
          </p:cNvPr>
          <p:cNvSpPr>
            <a:spLocks noGrp="1"/>
          </p:cNvSpPr>
          <p:nvPr>
            <p:ph type="body" sz="quarter" idx="11"/>
          </p:nvPr>
        </p:nvSpPr>
        <p:spPr/>
        <p:txBody>
          <a:bodyPr/>
          <a:lstStyle/>
          <a:p>
            <a:pPr marL="0" indent="0">
              <a:buNone/>
            </a:pPr>
            <a:r>
              <a:rPr lang="en-US" dirty="0"/>
              <a:t>By the end of this lesson, you should be able to</a:t>
            </a:r>
          </a:p>
          <a:p>
            <a:pPr>
              <a:buFont typeface="Arial" panose="020B0604020202020204" pitchFamily="34" charset="0"/>
              <a:buChar char="•"/>
            </a:pPr>
            <a:r>
              <a:rPr lang="en-US" sz="1800" b="0" dirty="0">
                <a:cs typeface="Calibri" panose="020F0502020204030204" pitchFamily="34" charset="0"/>
              </a:rPr>
              <a:t>Work with APIs</a:t>
            </a:r>
          </a:p>
          <a:p>
            <a:pPr>
              <a:buFont typeface="Arial" panose="020B0604020202020204" pitchFamily="34" charset="0"/>
              <a:buChar char="•"/>
            </a:pPr>
            <a:r>
              <a:rPr lang="en-US" sz="1800" b="0" dirty="0">
                <a:cs typeface="Calibri" panose="020F0502020204030204" pitchFamily="34" charset="0"/>
              </a:rPr>
              <a:t>Import/export JSON data</a:t>
            </a:r>
          </a:p>
          <a:p>
            <a:pPr>
              <a:buFont typeface="Arial" panose="020B0604020202020204" pitchFamily="34" charset="0"/>
              <a:buChar char="•"/>
            </a:pPr>
            <a:r>
              <a:rPr lang="en-US" sz="1800" b="0" dirty="0">
                <a:cs typeface="Calibri" panose="020F0502020204030204" pitchFamily="34" charset="0"/>
              </a:rPr>
              <a:t>Use Git for version control</a:t>
            </a:r>
          </a:p>
          <a:p>
            <a:pPr>
              <a:buFont typeface="Arial" panose="020B0604020202020204" pitchFamily="34" charset="0"/>
              <a:buChar char="•"/>
            </a:pPr>
            <a:r>
              <a:rPr lang="en-US" sz="1800" b="0" dirty="0">
                <a:cs typeface="Calibri" panose="020F0502020204030204" pitchFamily="34" charset="0"/>
              </a:rPr>
              <a:t>Utilize collaboration tools</a:t>
            </a:r>
          </a:p>
        </p:txBody>
      </p:sp>
      <p:sp>
        <p:nvSpPr>
          <p:cNvPr id="3" name="Title 2">
            <a:extLst>
              <a:ext uri="{FF2B5EF4-FFF2-40B4-BE49-F238E27FC236}">
                <a16:creationId xmlns:a16="http://schemas.microsoft.com/office/drawing/2014/main" id="{BB85B3F7-C736-A6FC-53FF-9A3830838782}"/>
              </a:ext>
            </a:extLst>
          </p:cNvPr>
          <p:cNvSpPr>
            <a:spLocks noGrp="1"/>
          </p:cNvSpPr>
          <p:nvPr>
            <p:ph type="title"/>
          </p:nvPr>
        </p:nvSpPr>
        <p:spPr/>
        <p:txBody>
          <a:bodyPr/>
          <a:lstStyle/>
          <a:p>
            <a:r>
              <a:rPr lang="en-US" dirty="0"/>
              <a:t>Learning Objectives</a:t>
            </a:r>
          </a:p>
        </p:txBody>
      </p:sp>
    </p:spTree>
    <p:extLst>
      <p:ext uri="{BB962C8B-B14F-4D97-AF65-F5344CB8AC3E}">
        <p14:creationId xmlns:p14="http://schemas.microsoft.com/office/powerpoint/2010/main" val="2243218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4D08D-614D-3A45-7A9C-899FC5C1B3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A2F6B7-BDF5-1A87-D0B2-F173E355B53A}"/>
              </a:ext>
            </a:extLst>
          </p:cNvPr>
          <p:cNvSpPr>
            <a:spLocks noGrp="1"/>
          </p:cNvSpPr>
          <p:nvPr>
            <p:ph type="title"/>
          </p:nvPr>
        </p:nvSpPr>
        <p:spPr/>
        <p:txBody>
          <a:bodyPr/>
          <a:lstStyle/>
          <a:p>
            <a:r>
              <a:rPr lang="en-US" dirty="0"/>
              <a:t>Installation</a:t>
            </a:r>
          </a:p>
        </p:txBody>
      </p:sp>
      <p:sp>
        <p:nvSpPr>
          <p:cNvPr id="4" name="TextBox 3">
            <a:extLst>
              <a:ext uri="{FF2B5EF4-FFF2-40B4-BE49-F238E27FC236}">
                <a16:creationId xmlns:a16="http://schemas.microsoft.com/office/drawing/2014/main" id="{C33864C0-D008-E0D5-10AB-9ED0E42FB3C3}"/>
              </a:ext>
            </a:extLst>
          </p:cNvPr>
          <p:cNvSpPr txBox="1"/>
          <p:nvPr/>
        </p:nvSpPr>
        <p:spPr>
          <a:xfrm>
            <a:off x="957943" y="1196238"/>
            <a:ext cx="7456852" cy="2585323"/>
          </a:xfrm>
          <a:prstGeom prst="rect">
            <a:avLst/>
          </a:prstGeom>
          <a:noFill/>
        </p:spPr>
        <p:txBody>
          <a:bodyPr wrap="square">
            <a:spAutoFit/>
          </a:bodyPr>
          <a:lstStyle/>
          <a:p>
            <a:pPr lvl="0"/>
            <a:r>
              <a:rPr lang="en-US" b="1" dirty="0"/>
              <a:t>GitHub</a:t>
            </a:r>
            <a:r>
              <a:rPr lang="en-US" dirty="0"/>
              <a:t>: Setup a GitHub Account: </a:t>
            </a:r>
            <a:r>
              <a:rPr lang="en-US" dirty="0">
                <a:hlinkClick r:id="rId2"/>
              </a:rPr>
              <a:t>https://docs.github.com/en/get-started/start-your-journey/creating-an-account-on-github</a:t>
            </a:r>
            <a:endParaRPr lang="en-US" dirty="0"/>
          </a:p>
          <a:p>
            <a:pPr lvl="0"/>
            <a:endParaRPr lang="en-US" dirty="0"/>
          </a:p>
          <a:p>
            <a:pPr lvl="0"/>
            <a:r>
              <a:rPr lang="en-US" b="1" dirty="0"/>
              <a:t>Git: </a:t>
            </a:r>
            <a:r>
              <a:rPr lang="en-US" dirty="0"/>
              <a:t>Setup Git: </a:t>
            </a:r>
            <a:r>
              <a:rPr lang="en-US" dirty="0">
                <a:hlinkClick r:id="rId3"/>
              </a:rPr>
              <a:t>https://docs.github.com/en/get-started/git-basics/set-up-git</a:t>
            </a:r>
            <a:r>
              <a:rPr lang="en-US" dirty="0"/>
              <a:t> </a:t>
            </a:r>
            <a:endParaRPr lang="en-US" b="1" dirty="0"/>
          </a:p>
          <a:p>
            <a:pPr lvl="0"/>
            <a:endParaRPr lang="en-US" b="1" dirty="0"/>
          </a:p>
          <a:p>
            <a:pPr lvl="0"/>
            <a:r>
              <a:rPr lang="en-US" b="1" dirty="0"/>
              <a:t>Python</a:t>
            </a:r>
            <a:r>
              <a:rPr lang="en-US" dirty="0"/>
              <a:t>: You’ll also need to have Python installed locally, as the material in that lecture won’t run properly on </a:t>
            </a:r>
            <a:r>
              <a:rPr lang="en-US" dirty="0" err="1"/>
              <a:t>JupyterHub</a:t>
            </a:r>
            <a:r>
              <a:rPr lang="en-US" dirty="0"/>
              <a:t>.</a:t>
            </a:r>
          </a:p>
          <a:p>
            <a:pPr marL="285750" lvl="0" indent="-285750">
              <a:buFont typeface="Arial" panose="020B0604020202020204" pitchFamily="34" charset="0"/>
              <a:buChar char="•"/>
            </a:pPr>
            <a:r>
              <a:rPr lang="en-US" dirty="0"/>
              <a:t>Install Anaconda: </a:t>
            </a:r>
            <a:r>
              <a:rPr lang="en-US" u="sng" dirty="0">
                <a:hlinkClick r:id="rId4"/>
              </a:rPr>
              <a:t>https://www.anaconda.com/download</a:t>
            </a:r>
            <a:r>
              <a:rPr lang="en-US" dirty="0"/>
              <a:t> </a:t>
            </a:r>
          </a:p>
          <a:p>
            <a:endParaRPr lang="en-US" dirty="0"/>
          </a:p>
        </p:txBody>
      </p:sp>
    </p:spTree>
    <p:extLst>
      <p:ext uri="{BB962C8B-B14F-4D97-AF65-F5344CB8AC3E}">
        <p14:creationId xmlns:p14="http://schemas.microsoft.com/office/powerpoint/2010/main" val="151732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0BADAF-C290-362F-B38B-925DD48F1363}"/>
              </a:ext>
            </a:extLst>
          </p:cNvPr>
          <p:cNvSpPr>
            <a:spLocks noGrp="1"/>
          </p:cNvSpPr>
          <p:nvPr>
            <p:ph type="body" sz="quarter" idx="11"/>
          </p:nvPr>
        </p:nvSpPr>
        <p:spPr>
          <a:xfrm>
            <a:off x="447923" y="1146125"/>
            <a:ext cx="4338822" cy="3626752"/>
          </a:xfrm>
        </p:spPr>
        <p:txBody>
          <a:bodyPr/>
          <a:lstStyle/>
          <a:p>
            <a:r>
              <a:rPr lang="en-US" sz="1800" b="0" dirty="0"/>
              <a:t>A software-to-software interface that sets rules for communicating data between users and/or applications over the Internet</a:t>
            </a:r>
          </a:p>
          <a:p>
            <a:endParaRPr lang="en-US" sz="1800" b="0" dirty="0"/>
          </a:p>
          <a:p>
            <a:r>
              <a:rPr lang="en-US" sz="1800" b="0" dirty="0"/>
              <a:t>Uses the Hypertext Transfer Protocol (HTTP)</a:t>
            </a:r>
          </a:p>
          <a:p>
            <a:endParaRPr lang="en-US" sz="1800" b="0" dirty="0"/>
          </a:p>
          <a:p>
            <a:r>
              <a:rPr lang="en-US" sz="1800" b="0" dirty="0"/>
              <a:t>Enables automation of data exchange between apps</a:t>
            </a:r>
          </a:p>
          <a:p>
            <a:endParaRPr lang="en-US" sz="1800" b="0" dirty="0"/>
          </a:p>
          <a:p>
            <a:r>
              <a:rPr lang="en-US" sz="1800" b="0" dirty="0"/>
              <a:t>Allows transferring large volumes of data from a server to a client</a:t>
            </a:r>
          </a:p>
          <a:p>
            <a:endParaRPr lang="en-US" sz="1800" dirty="0"/>
          </a:p>
          <a:p>
            <a:endParaRPr lang="en-US" sz="1800" dirty="0"/>
          </a:p>
          <a:p>
            <a:endParaRPr lang="en-US" sz="1800" dirty="0"/>
          </a:p>
        </p:txBody>
      </p:sp>
      <p:sp>
        <p:nvSpPr>
          <p:cNvPr id="3" name="Title 2">
            <a:extLst>
              <a:ext uri="{FF2B5EF4-FFF2-40B4-BE49-F238E27FC236}">
                <a16:creationId xmlns:a16="http://schemas.microsoft.com/office/drawing/2014/main" id="{C8362594-7A9E-2966-30BA-E04CFCD26A39}"/>
              </a:ext>
            </a:extLst>
          </p:cNvPr>
          <p:cNvSpPr>
            <a:spLocks noGrp="1"/>
          </p:cNvSpPr>
          <p:nvPr>
            <p:ph type="title"/>
          </p:nvPr>
        </p:nvSpPr>
        <p:spPr/>
        <p:txBody>
          <a:bodyPr/>
          <a:lstStyle/>
          <a:p>
            <a:r>
              <a:rPr lang="en-US" dirty="0"/>
              <a:t>What is an API?</a:t>
            </a:r>
          </a:p>
        </p:txBody>
      </p:sp>
      <p:pic>
        <p:nvPicPr>
          <p:cNvPr id="4" name="Content Placeholder 7">
            <a:extLst>
              <a:ext uri="{FF2B5EF4-FFF2-40B4-BE49-F238E27FC236}">
                <a16:creationId xmlns:a16="http://schemas.microsoft.com/office/drawing/2014/main" id="{A43DE9F5-FECF-22F3-BDD0-7CD5409E675B}"/>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27418" y="1028437"/>
            <a:ext cx="4516582" cy="2782674"/>
          </a:xfrm>
          <a:prstGeom prst="rect">
            <a:avLst/>
          </a:prstGeom>
        </p:spPr>
      </p:pic>
      <p:sp>
        <p:nvSpPr>
          <p:cNvPr id="6" name="TextBox 5">
            <a:extLst>
              <a:ext uri="{FF2B5EF4-FFF2-40B4-BE49-F238E27FC236}">
                <a16:creationId xmlns:a16="http://schemas.microsoft.com/office/drawing/2014/main" id="{E6139C2A-610A-7C1B-3A16-EBD39B36B0B8}"/>
              </a:ext>
            </a:extLst>
          </p:cNvPr>
          <p:cNvSpPr txBox="1"/>
          <p:nvPr/>
        </p:nvSpPr>
        <p:spPr>
          <a:xfrm>
            <a:off x="5120640" y="3872718"/>
            <a:ext cx="4572000" cy="246221"/>
          </a:xfrm>
          <a:prstGeom prst="rect">
            <a:avLst/>
          </a:prstGeom>
          <a:noFill/>
        </p:spPr>
        <p:txBody>
          <a:bodyPr wrap="square">
            <a:spAutoFit/>
          </a:bodyPr>
          <a:lstStyle/>
          <a:p>
            <a:r>
              <a:rPr lang="en-US" sz="1000" dirty="0"/>
              <a:t>https://arounda.agency/blog/fintech-api-what-is-it-and-how-does-it-work</a:t>
            </a:r>
          </a:p>
        </p:txBody>
      </p:sp>
    </p:spTree>
    <p:extLst>
      <p:ext uri="{BB962C8B-B14F-4D97-AF65-F5344CB8AC3E}">
        <p14:creationId xmlns:p14="http://schemas.microsoft.com/office/powerpoint/2010/main" val="3062614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A99DE6-E01C-622E-E3D5-3F09FC68DEF7}"/>
              </a:ext>
            </a:extLst>
          </p:cNvPr>
          <p:cNvSpPr>
            <a:spLocks noGrp="1"/>
          </p:cNvSpPr>
          <p:nvPr>
            <p:ph type="body" sz="quarter" idx="11"/>
          </p:nvPr>
        </p:nvSpPr>
        <p:spPr/>
        <p:txBody>
          <a:bodyPr/>
          <a:lstStyle/>
          <a:p>
            <a:endParaRPr lang="en-US"/>
          </a:p>
        </p:txBody>
      </p:sp>
      <p:sp>
        <p:nvSpPr>
          <p:cNvPr id="3" name="Title 2">
            <a:extLst>
              <a:ext uri="{FF2B5EF4-FFF2-40B4-BE49-F238E27FC236}">
                <a16:creationId xmlns:a16="http://schemas.microsoft.com/office/drawing/2014/main" id="{3A9EFFFB-B748-058A-5D3F-3C6BE0295EDE}"/>
              </a:ext>
            </a:extLst>
          </p:cNvPr>
          <p:cNvSpPr>
            <a:spLocks noGrp="1"/>
          </p:cNvSpPr>
          <p:nvPr>
            <p:ph type="title"/>
          </p:nvPr>
        </p:nvSpPr>
        <p:spPr/>
        <p:txBody>
          <a:bodyPr/>
          <a:lstStyle/>
          <a:p>
            <a:r>
              <a:rPr lang="en-US" dirty="0"/>
              <a:t>API Notes</a:t>
            </a:r>
          </a:p>
        </p:txBody>
      </p:sp>
    </p:spTree>
    <p:extLst>
      <p:ext uri="{BB962C8B-B14F-4D97-AF65-F5344CB8AC3E}">
        <p14:creationId xmlns:p14="http://schemas.microsoft.com/office/powerpoint/2010/main" val="1610908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 shows Client, Rest API and Database structure, with Get/Post/Put/Delete commands going from Client to the REST API cloud to the Database; and arrows coming from Database through REST API cloud and back to Client as JSON/XML">
            <a:extLst>
              <a:ext uri="{FF2B5EF4-FFF2-40B4-BE49-F238E27FC236}">
                <a16:creationId xmlns:a16="http://schemas.microsoft.com/office/drawing/2014/main" id="{315E898B-183F-94E0-E9EA-6033B6DF9B8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3999" t="33813" r="5334" b="30789"/>
          <a:stretch/>
        </p:blipFill>
        <p:spPr>
          <a:xfrm>
            <a:off x="447923" y="2726874"/>
            <a:ext cx="8333799" cy="2451117"/>
          </a:xfrm>
          <a:prstGeom prst="rect">
            <a:avLst/>
          </a:prstGeom>
        </p:spPr>
      </p:pic>
      <p:sp>
        <p:nvSpPr>
          <p:cNvPr id="2" name="Text Placeholder 1">
            <a:extLst>
              <a:ext uri="{FF2B5EF4-FFF2-40B4-BE49-F238E27FC236}">
                <a16:creationId xmlns:a16="http://schemas.microsoft.com/office/drawing/2014/main" id="{D5343632-35C0-ADEC-E307-E6B99CEA48BC}"/>
              </a:ext>
            </a:extLst>
          </p:cNvPr>
          <p:cNvSpPr>
            <a:spLocks noGrp="1"/>
          </p:cNvSpPr>
          <p:nvPr>
            <p:ph type="body" sz="quarter" idx="11"/>
          </p:nvPr>
        </p:nvSpPr>
        <p:spPr/>
        <p:txBody>
          <a:bodyPr/>
          <a:lstStyle/>
          <a:p>
            <a:r>
              <a:rPr lang="en-US" sz="2000" b="0" dirty="0"/>
              <a:t>Architectural style, allowing applications to communicate and exchange data through web URLs using standard HTTP methods</a:t>
            </a:r>
          </a:p>
          <a:p>
            <a:r>
              <a:rPr lang="en-US" sz="2000" b="0" dirty="0"/>
              <a:t>Request methods: </a:t>
            </a:r>
            <a:r>
              <a:rPr lang="en-US" sz="2000" dirty="0"/>
              <a:t>GET, POST, PUT</a:t>
            </a:r>
            <a:r>
              <a:rPr lang="en-US" sz="2000" b="0" dirty="0"/>
              <a:t>, and </a:t>
            </a:r>
            <a:r>
              <a:rPr lang="en-US" sz="2000" dirty="0"/>
              <a:t>DELETE</a:t>
            </a:r>
            <a:r>
              <a:rPr lang="en-US" sz="2000" b="0" dirty="0"/>
              <a:t>. </a:t>
            </a:r>
          </a:p>
          <a:p>
            <a:r>
              <a:rPr lang="en-US" sz="2000" dirty="0">
                <a:hlinkClick r:id="rId3"/>
              </a:rPr>
              <a:t>themealdb API</a:t>
            </a:r>
            <a:endParaRPr lang="en-US" sz="2000" dirty="0"/>
          </a:p>
          <a:p>
            <a:endParaRPr lang="en-US" sz="2000" dirty="0"/>
          </a:p>
        </p:txBody>
      </p:sp>
      <p:sp>
        <p:nvSpPr>
          <p:cNvPr id="3" name="Title 2">
            <a:extLst>
              <a:ext uri="{FF2B5EF4-FFF2-40B4-BE49-F238E27FC236}">
                <a16:creationId xmlns:a16="http://schemas.microsoft.com/office/drawing/2014/main" id="{2B5BF580-B603-407E-20BB-150EC3C25EAC}"/>
              </a:ext>
            </a:extLst>
          </p:cNvPr>
          <p:cNvSpPr>
            <a:spLocks noGrp="1"/>
          </p:cNvSpPr>
          <p:nvPr>
            <p:ph type="title"/>
          </p:nvPr>
        </p:nvSpPr>
        <p:spPr/>
        <p:txBody>
          <a:bodyPr/>
          <a:lstStyle/>
          <a:p>
            <a:r>
              <a:rPr lang="en-US" dirty="0"/>
              <a:t>Representational State Transfer (REST) API Service</a:t>
            </a:r>
          </a:p>
        </p:txBody>
      </p:sp>
    </p:spTree>
    <p:extLst>
      <p:ext uri="{BB962C8B-B14F-4D97-AF65-F5344CB8AC3E}">
        <p14:creationId xmlns:p14="http://schemas.microsoft.com/office/powerpoint/2010/main" val="3724148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46E0D6-5982-412C-A75E-C9BA36D3A34E}"/>
              </a:ext>
            </a:extLst>
          </p:cNvPr>
          <p:cNvSpPr>
            <a:spLocks noGrp="1"/>
          </p:cNvSpPr>
          <p:nvPr>
            <p:ph type="body" sz="quarter" idx="11"/>
          </p:nvPr>
        </p:nvSpPr>
        <p:spPr/>
        <p:txBody>
          <a:bodyPr/>
          <a:lstStyle/>
          <a:p>
            <a:endParaRPr lang="en-US" dirty="0"/>
          </a:p>
        </p:txBody>
      </p:sp>
      <p:sp>
        <p:nvSpPr>
          <p:cNvPr id="3" name="Title 2">
            <a:extLst>
              <a:ext uri="{FF2B5EF4-FFF2-40B4-BE49-F238E27FC236}">
                <a16:creationId xmlns:a16="http://schemas.microsoft.com/office/drawing/2014/main" id="{26DC4C16-3FDF-B641-C530-4A95C58A0753}"/>
              </a:ext>
            </a:extLst>
          </p:cNvPr>
          <p:cNvSpPr>
            <a:spLocks noGrp="1"/>
          </p:cNvSpPr>
          <p:nvPr>
            <p:ph type="title"/>
          </p:nvPr>
        </p:nvSpPr>
        <p:spPr/>
        <p:txBody>
          <a:bodyPr/>
          <a:lstStyle/>
          <a:p>
            <a:r>
              <a:rPr lang="en-US" dirty="0"/>
              <a:t>API Response Codes</a:t>
            </a:r>
          </a:p>
        </p:txBody>
      </p:sp>
      <p:pic>
        <p:nvPicPr>
          <p:cNvPr id="1026" name="Picture 2" descr="Python Logging - The Data School">
            <a:extLst>
              <a:ext uri="{FF2B5EF4-FFF2-40B4-BE49-F238E27FC236}">
                <a16:creationId xmlns:a16="http://schemas.microsoft.com/office/drawing/2014/main" id="{FD2D4080-B0DE-13FD-7BCE-934445FA1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9788"/>
            <a:ext cx="9144000" cy="34639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A21F571-AC73-382C-3744-81AEDE5A4ABA}"/>
              </a:ext>
            </a:extLst>
          </p:cNvPr>
          <p:cNvSpPr txBox="1"/>
          <p:nvPr/>
        </p:nvSpPr>
        <p:spPr>
          <a:xfrm>
            <a:off x="308610" y="4371240"/>
            <a:ext cx="6732270" cy="369332"/>
          </a:xfrm>
          <a:prstGeom prst="rect">
            <a:avLst/>
          </a:prstGeom>
          <a:noFill/>
        </p:spPr>
        <p:txBody>
          <a:bodyPr wrap="square">
            <a:spAutoFit/>
          </a:bodyPr>
          <a:lstStyle/>
          <a:p>
            <a:r>
              <a:rPr lang="en-US" dirty="0"/>
              <a:t>https://</a:t>
            </a:r>
            <a:r>
              <a:rPr lang="en-US" dirty="0" err="1"/>
              <a:t>www.thedataschool.co.uk</a:t>
            </a:r>
            <a:r>
              <a:rPr lang="en-US" dirty="0"/>
              <a:t>/</a:t>
            </a:r>
            <a:r>
              <a:rPr lang="en-US" dirty="0" err="1"/>
              <a:t>daniel-bostrom</a:t>
            </a:r>
            <a:r>
              <a:rPr lang="en-US" dirty="0"/>
              <a:t>/python-logging/</a:t>
            </a:r>
          </a:p>
        </p:txBody>
      </p:sp>
    </p:spTree>
    <p:extLst>
      <p:ext uri="{BB962C8B-B14F-4D97-AF65-F5344CB8AC3E}">
        <p14:creationId xmlns:p14="http://schemas.microsoft.com/office/powerpoint/2010/main" val="3463684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D8606-D539-3E16-58A7-7DE88D850C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18C3854-AC03-DCE6-DC91-69B1CA852442}"/>
              </a:ext>
            </a:extLst>
          </p:cNvPr>
          <p:cNvSpPr>
            <a:spLocks noGrp="1"/>
          </p:cNvSpPr>
          <p:nvPr>
            <p:ph type="body" sz="quarter" idx="11"/>
          </p:nvPr>
        </p:nvSpPr>
        <p:spPr/>
        <p:txBody>
          <a:bodyPr/>
          <a:lstStyle/>
          <a:p>
            <a:endParaRPr lang="en-US"/>
          </a:p>
        </p:txBody>
      </p:sp>
      <p:sp>
        <p:nvSpPr>
          <p:cNvPr id="3" name="Title 2">
            <a:extLst>
              <a:ext uri="{FF2B5EF4-FFF2-40B4-BE49-F238E27FC236}">
                <a16:creationId xmlns:a16="http://schemas.microsoft.com/office/drawing/2014/main" id="{228C0947-7166-3C10-EC07-8ED2A4146F0B}"/>
              </a:ext>
            </a:extLst>
          </p:cNvPr>
          <p:cNvSpPr>
            <a:spLocks noGrp="1"/>
          </p:cNvSpPr>
          <p:nvPr>
            <p:ph type="title"/>
          </p:nvPr>
        </p:nvSpPr>
        <p:spPr/>
        <p:txBody>
          <a:bodyPr/>
          <a:lstStyle/>
          <a:p>
            <a:r>
              <a:rPr lang="en-US" dirty="0"/>
              <a:t>API Notes</a:t>
            </a:r>
          </a:p>
        </p:txBody>
      </p:sp>
    </p:spTree>
    <p:extLst>
      <p:ext uri="{BB962C8B-B14F-4D97-AF65-F5344CB8AC3E}">
        <p14:creationId xmlns:p14="http://schemas.microsoft.com/office/powerpoint/2010/main" val="240110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B0D4BD4-CB21-9612-B5B5-6D51C064EBEA}"/>
              </a:ext>
            </a:extLst>
          </p:cNvPr>
          <p:cNvSpPr>
            <a:spLocks noGrp="1"/>
          </p:cNvSpPr>
          <p:nvPr>
            <p:ph type="body" sz="quarter" idx="11"/>
          </p:nvPr>
        </p:nvSpPr>
        <p:spPr>
          <a:xfrm>
            <a:off x="447923" y="1146125"/>
            <a:ext cx="5204732" cy="3626752"/>
          </a:xfrm>
        </p:spPr>
        <p:txBody>
          <a:bodyPr/>
          <a:lstStyle/>
          <a:p>
            <a:r>
              <a:rPr lang="en-US" sz="1800" b="0" dirty="0"/>
              <a:t>Social Media</a:t>
            </a:r>
          </a:p>
          <a:p>
            <a:pPr lvl="1"/>
            <a:r>
              <a:rPr lang="en-US" sz="1400" b="0" dirty="0"/>
              <a:t>Application provides an </a:t>
            </a:r>
            <a:r>
              <a:rPr lang="en-US" sz="1400" b="0" i="1" dirty="0"/>
              <a:t>interface</a:t>
            </a:r>
            <a:r>
              <a:rPr lang="en-US" sz="1400" b="0" dirty="0"/>
              <a:t> for Program to retrieve information from its Database</a:t>
            </a:r>
          </a:p>
          <a:p>
            <a:pPr lvl="1"/>
            <a:r>
              <a:rPr lang="en-US" sz="1400" b="0" dirty="0"/>
              <a:t>The program sends an HTTP request to the application and receives a response in JSON or XML format</a:t>
            </a:r>
          </a:p>
          <a:p>
            <a:pPr lvl="1"/>
            <a:r>
              <a:rPr lang="en-US" sz="1400" b="0" dirty="0"/>
              <a:t>Essentially, API is a web service plus an authentication protocol like OAuth</a:t>
            </a:r>
            <a:endParaRPr lang="en-US" sz="1800" b="0" dirty="0"/>
          </a:p>
          <a:p>
            <a:pPr lvl="1"/>
            <a:r>
              <a:rPr lang="en-US" sz="1400" b="0" dirty="0"/>
              <a:t>Simply Put: You ask something, you get something</a:t>
            </a:r>
          </a:p>
          <a:p>
            <a:pPr lvl="1"/>
            <a:r>
              <a:rPr lang="en-US" sz="1400" b="0" dirty="0"/>
              <a:t>Ask: Give me all the IG posts in the past 5 minutes </a:t>
            </a:r>
          </a:p>
          <a:p>
            <a:pPr lvl="1"/>
            <a:r>
              <a:rPr lang="en-US" sz="1400" b="0" dirty="0"/>
              <a:t>Get: 50 million posts with metadata</a:t>
            </a:r>
          </a:p>
          <a:p>
            <a:pPr lvl="1"/>
            <a:r>
              <a:rPr lang="en-US" sz="1400" b="0" dirty="0"/>
              <a:t>GET or POST HTTP Requests Types</a:t>
            </a:r>
          </a:p>
        </p:txBody>
      </p:sp>
      <p:sp>
        <p:nvSpPr>
          <p:cNvPr id="3" name="Title 2">
            <a:extLst>
              <a:ext uri="{FF2B5EF4-FFF2-40B4-BE49-F238E27FC236}">
                <a16:creationId xmlns:a16="http://schemas.microsoft.com/office/drawing/2014/main" id="{E12BE061-7B23-6EBD-29F5-2EC3EAC2021C}"/>
              </a:ext>
            </a:extLst>
          </p:cNvPr>
          <p:cNvSpPr>
            <a:spLocks noGrp="1"/>
          </p:cNvSpPr>
          <p:nvPr>
            <p:ph type="title"/>
          </p:nvPr>
        </p:nvSpPr>
        <p:spPr/>
        <p:txBody>
          <a:bodyPr/>
          <a:lstStyle/>
          <a:p>
            <a:r>
              <a:rPr lang="en-US" dirty="0"/>
              <a:t>When are APIs used?</a:t>
            </a:r>
          </a:p>
        </p:txBody>
      </p:sp>
      <p:pic>
        <p:nvPicPr>
          <p:cNvPr id="4" name="Picture 3" descr="icons of social media companies Instagram, YouTube, Facebook, LinkedIn, SnapChap, Twitter (old icon) and Pandora">
            <a:extLst>
              <a:ext uri="{FF2B5EF4-FFF2-40B4-BE49-F238E27FC236}">
                <a16:creationId xmlns:a16="http://schemas.microsoft.com/office/drawing/2014/main" id="{89AB798F-72B2-3DC8-8250-D1C0E7D6486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58864" y="1146125"/>
            <a:ext cx="2043250" cy="1914525"/>
          </a:xfrm>
          <a:prstGeom prst="rect">
            <a:avLst/>
          </a:prstGeom>
        </p:spPr>
      </p:pic>
      <p:pic>
        <p:nvPicPr>
          <p:cNvPr id="5" name="Picture 4" descr="icons of web services">
            <a:extLst>
              <a:ext uri="{FF2B5EF4-FFF2-40B4-BE49-F238E27FC236}">
                <a16:creationId xmlns:a16="http://schemas.microsoft.com/office/drawing/2014/main" id="{885E9150-4A0E-CAED-E190-A31F4B8AFA16}"/>
              </a:ext>
              <a:ext uri="{C183D7F6-B498-43B3-948B-1728B52AA6E4}">
                <adec:decorative xmlns:adec="http://schemas.microsoft.com/office/drawing/2017/decorative" val="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3688" t="18500" r="27220" b="17374"/>
          <a:stretch/>
        </p:blipFill>
        <p:spPr>
          <a:xfrm>
            <a:off x="6028756" y="3147861"/>
            <a:ext cx="2667321" cy="1856665"/>
          </a:xfrm>
          <a:prstGeom prst="rect">
            <a:avLst/>
          </a:prstGeom>
        </p:spPr>
      </p:pic>
    </p:spTree>
    <p:extLst>
      <p:ext uri="{BB962C8B-B14F-4D97-AF65-F5344CB8AC3E}">
        <p14:creationId xmlns:p14="http://schemas.microsoft.com/office/powerpoint/2010/main" val="2954914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B2C55-349A-F88C-BCED-4CF91D1E0C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B273712-8904-4958-8F28-4047E6B95C55}"/>
              </a:ext>
            </a:extLst>
          </p:cNvPr>
          <p:cNvSpPr>
            <a:spLocks noGrp="1"/>
          </p:cNvSpPr>
          <p:nvPr>
            <p:ph type="body" sz="quarter" idx="11"/>
          </p:nvPr>
        </p:nvSpPr>
        <p:spPr>
          <a:xfrm>
            <a:off x="447923" y="1146125"/>
            <a:ext cx="5204732" cy="3626752"/>
          </a:xfrm>
        </p:spPr>
        <p:txBody>
          <a:bodyPr/>
          <a:lstStyle/>
          <a:p>
            <a:r>
              <a:rPr lang="en-US" sz="1800" b="0" dirty="0"/>
              <a:t>Smart Assistants</a:t>
            </a:r>
          </a:p>
          <a:p>
            <a:pPr lvl="1"/>
            <a:r>
              <a:rPr lang="en-US" sz="1400" b="0" dirty="0"/>
              <a:t>Question: “Siri, what time is my appointment on Tuesday?”</a:t>
            </a:r>
          </a:p>
          <a:p>
            <a:pPr lvl="1"/>
            <a:r>
              <a:rPr lang="en-US" sz="1400" b="0" dirty="0"/>
              <a:t>Answer: “At 3 pm”</a:t>
            </a:r>
          </a:p>
          <a:p>
            <a:pPr lvl="1"/>
            <a:r>
              <a:rPr lang="en-US" sz="1400" b="0" dirty="0"/>
              <a:t>Application transcribes voice to text, interprets it, and sends HTTP request</a:t>
            </a:r>
          </a:p>
          <a:p>
            <a:pPr lvl="1"/>
            <a:r>
              <a:rPr lang="en-US" sz="1400" b="0" dirty="0"/>
              <a:t>Received response is transformed to voice message</a:t>
            </a:r>
          </a:p>
          <a:p>
            <a:r>
              <a:rPr lang="en-US" sz="1800" b="0" dirty="0"/>
              <a:t>Chatbots</a:t>
            </a:r>
          </a:p>
          <a:p>
            <a:pPr lvl="1"/>
            <a:r>
              <a:rPr lang="en-US" sz="1400" b="0" dirty="0"/>
              <a:t>Parse a natural language (e.g. Mandarin, English) query</a:t>
            </a:r>
          </a:p>
          <a:p>
            <a:pPr lvl="1"/>
            <a:r>
              <a:rPr lang="en-US" sz="1400" b="0" dirty="0"/>
              <a:t>Transform the instructions into API requests sent to the server</a:t>
            </a:r>
          </a:p>
          <a:p>
            <a:pPr lvl="1"/>
            <a:r>
              <a:rPr lang="en-US" sz="1400" b="0" dirty="0"/>
              <a:t>Server receives the API request and transforms it into SQL queries executed on a database</a:t>
            </a:r>
          </a:p>
          <a:p>
            <a:endParaRPr lang="en-US" sz="1800" b="1" dirty="0"/>
          </a:p>
        </p:txBody>
      </p:sp>
      <p:sp>
        <p:nvSpPr>
          <p:cNvPr id="3" name="Title 2">
            <a:extLst>
              <a:ext uri="{FF2B5EF4-FFF2-40B4-BE49-F238E27FC236}">
                <a16:creationId xmlns:a16="http://schemas.microsoft.com/office/drawing/2014/main" id="{FDFEC283-8EB7-0220-ED28-2C235DD83544}"/>
              </a:ext>
            </a:extLst>
          </p:cNvPr>
          <p:cNvSpPr>
            <a:spLocks noGrp="1"/>
          </p:cNvSpPr>
          <p:nvPr>
            <p:ph type="title"/>
          </p:nvPr>
        </p:nvSpPr>
        <p:spPr/>
        <p:txBody>
          <a:bodyPr/>
          <a:lstStyle/>
          <a:p>
            <a:r>
              <a:rPr lang="en-US" dirty="0"/>
              <a:t>When are APIs used?</a:t>
            </a:r>
          </a:p>
        </p:txBody>
      </p:sp>
      <p:pic>
        <p:nvPicPr>
          <p:cNvPr id="6" name="Picture 5" descr="Icons of smart assistants Alexa, Siri, and Google">
            <a:extLst>
              <a:ext uri="{FF2B5EF4-FFF2-40B4-BE49-F238E27FC236}">
                <a16:creationId xmlns:a16="http://schemas.microsoft.com/office/drawing/2014/main" id="{E2059D79-BF00-6B2A-0A3F-402B06CD974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028756" y="1456934"/>
            <a:ext cx="2978727" cy="1114816"/>
          </a:xfrm>
          <a:prstGeom prst="rect">
            <a:avLst/>
          </a:prstGeom>
        </p:spPr>
      </p:pic>
      <p:pic>
        <p:nvPicPr>
          <p:cNvPr id="7" name="Picture 6" descr="graphic of a chat bot chatting with a human">
            <a:extLst>
              <a:ext uri="{FF2B5EF4-FFF2-40B4-BE49-F238E27FC236}">
                <a16:creationId xmlns:a16="http://schemas.microsoft.com/office/drawing/2014/main" id="{2D0E670C-612D-1B2E-DB67-03DA8C6574E1}"/>
              </a:ext>
              <a:ext uri="{C183D7F6-B498-43B3-948B-1728B52AA6E4}">
                <adec:decorative xmlns:adec="http://schemas.microsoft.com/office/drawing/2017/decorative" val="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48572" y="2805102"/>
            <a:ext cx="3058911" cy="1757155"/>
          </a:xfrm>
          <a:prstGeom prst="rect">
            <a:avLst/>
          </a:prstGeom>
        </p:spPr>
      </p:pic>
    </p:spTree>
    <p:extLst>
      <p:ext uri="{BB962C8B-B14F-4D97-AF65-F5344CB8AC3E}">
        <p14:creationId xmlns:p14="http://schemas.microsoft.com/office/powerpoint/2010/main" val="2885279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9A7E58-7A70-2C23-F2CA-D9485CA0557C}"/>
              </a:ext>
            </a:extLst>
          </p:cNvPr>
          <p:cNvSpPr>
            <a:spLocks noGrp="1"/>
          </p:cNvSpPr>
          <p:nvPr>
            <p:ph type="body" sz="quarter" idx="11"/>
          </p:nvPr>
        </p:nvSpPr>
        <p:spPr/>
        <p:txBody>
          <a:bodyPr/>
          <a:lstStyle/>
          <a:p>
            <a:r>
              <a:rPr lang="en-US" b="0" dirty="0"/>
              <a:t>Provide examples of API applications</a:t>
            </a:r>
          </a:p>
        </p:txBody>
      </p:sp>
      <p:sp>
        <p:nvSpPr>
          <p:cNvPr id="3" name="Title 2">
            <a:extLst>
              <a:ext uri="{FF2B5EF4-FFF2-40B4-BE49-F238E27FC236}">
                <a16:creationId xmlns:a16="http://schemas.microsoft.com/office/drawing/2014/main" id="{0D5480EA-F7E2-99CD-764B-1FD454EE603C}"/>
              </a:ext>
            </a:extLst>
          </p:cNvPr>
          <p:cNvSpPr>
            <a:spLocks noGrp="1"/>
          </p:cNvSpPr>
          <p:nvPr>
            <p:ph type="title"/>
          </p:nvPr>
        </p:nvSpPr>
        <p:spPr/>
        <p:txBody>
          <a:bodyPr/>
          <a:lstStyle/>
          <a:p>
            <a:r>
              <a:rPr lang="en-US" dirty="0"/>
              <a:t>Ask an LLM</a:t>
            </a:r>
          </a:p>
        </p:txBody>
      </p:sp>
    </p:spTree>
    <p:extLst>
      <p:ext uri="{BB962C8B-B14F-4D97-AF65-F5344CB8AC3E}">
        <p14:creationId xmlns:p14="http://schemas.microsoft.com/office/powerpoint/2010/main" val="2156185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6DD24F-A251-0DDF-E9AC-124054F0045D}"/>
              </a:ext>
            </a:extLst>
          </p:cNvPr>
          <p:cNvSpPr>
            <a:spLocks noGrp="1"/>
          </p:cNvSpPr>
          <p:nvPr>
            <p:ph type="body" sz="quarter" idx="11"/>
          </p:nvPr>
        </p:nvSpPr>
        <p:spPr/>
        <p:txBody>
          <a:bodyPr/>
          <a:lstStyle/>
          <a:p>
            <a:r>
              <a:rPr lang="en-US" sz="1800" b="0" dirty="0"/>
              <a:t>What is a Primary Format used for Exchanging Data with APIs?</a:t>
            </a:r>
          </a:p>
          <a:p>
            <a:endParaRPr lang="en-US" sz="1800" b="0" dirty="0"/>
          </a:p>
          <a:p>
            <a:pPr marL="457200" indent="-457200">
              <a:buFont typeface="Arial" panose="020B0604020202020204" pitchFamily="34" charset="0"/>
              <a:buChar char="•"/>
            </a:pPr>
            <a:r>
              <a:rPr lang="en-US" sz="1800" b="0" i="1" dirty="0">
                <a:solidFill>
                  <a:srgbClr val="00B050"/>
                </a:solidFill>
              </a:rPr>
              <a:t>J</a:t>
            </a:r>
            <a:r>
              <a:rPr lang="en-US" sz="1800" b="0" i="1" dirty="0"/>
              <a:t>ava</a:t>
            </a:r>
            <a:r>
              <a:rPr lang="en-US" sz="1800" b="0" i="1" dirty="0">
                <a:solidFill>
                  <a:srgbClr val="00B050"/>
                </a:solidFill>
              </a:rPr>
              <a:t>S</a:t>
            </a:r>
            <a:r>
              <a:rPr lang="en-US" sz="1800" b="0" i="1" dirty="0"/>
              <a:t>cript </a:t>
            </a:r>
            <a:r>
              <a:rPr lang="en-US" sz="1800" b="0" i="1" dirty="0">
                <a:solidFill>
                  <a:srgbClr val="00B050"/>
                </a:solidFill>
              </a:rPr>
              <a:t>O</a:t>
            </a:r>
            <a:r>
              <a:rPr lang="en-US" sz="1800" b="0" i="1" dirty="0"/>
              <a:t>bject </a:t>
            </a:r>
            <a:r>
              <a:rPr lang="en-US" sz="1800" b="0" i="1" dirty="0">
                <a:solidFill>
                  <a:srgbClr val="00B050"/>
                </a:solidFill>
              </a:rPr>
              <a:t>N</a:t>
            </a:r>
            <a:r>
              <a:rPr lang="en-US" sz="1800" b="0" i="1" dirty="0"/>
              <a:t>otation</a:t>
            </a:r>
          </a:p>
          <a:p>
            <a:pPr marL="915988" lvl="1" indent="-457200">
              <a:buFont typeface="Arial" panose="020B0604020202020204" pitchFamily="34" charset="0"/>
              <a:buChar char="•"/>
            </a:pPr>
            <a:r>
              <a:rPr lang="en-US" sz="1600" b="0" dirty="0"/>
              <a:t>It is a Structured format for representing data for storing and exchanging data</a:t>
            </a:r>
          </a:p>
          <a:p>
            <a:pPr marL="1144588" lvl="2" indent="-457200">
              <a:buFont typeface="Arial" panose="020B0604020202020204" pitchFamily="34" charset="0"/>
              <a:buChar char="•"/>
            </a:pPr>
            <a:r>
              <a:rPr lang="en-US" sz="1400" b="0" dirty="0"/>
              <a:t>It is a data model – has its own structure like an XML</a:t>
            </a:r>
            <a:endParaRPr lang="en-US" sz="1800" b="0" dirty="0"/>
          </a:p>
          <a:p>
            <a:pPr marL="457200" indent="-457200">
              <a:buFont typeface="Arial" panose="020B0604020202020204" pitchFamily="34" charset="0"/>
              <a:buChar char="•"/>
            </a:pPr>
            <a:r>
              <a:rPr lang="en-US" sz="1800" b="0" dirty="0"/>
              <a:t>APIs return data in JSON format</a:t>
            </a:r>
          </a:p>
          <a:p>
            <a:pPr marL="915988" lvl="1" indent="-457200">
              <a:buFont typeface="Arial" panose="020B0604020202020204" pitchFamily="34" charset="0"/>
              <a:buChar char="•"/>
            </a:pPr>
            <a:r>
              <a:rPr lang="en-US" sz="1600" b="0" dirty="0"/>
              <a:t>Also, optionally, as XML documents or CSVs</a:t>
            </a:r>
          </a:p>
          <a:p>
            <a:pPr marL="1144588" lvl="2" indent="-457200">
              <a:buFont typeface="Arial" panose="020B0604020202020204" pitchFamily="34" charset="0"/>
              <a:buChar char="•"/>
            </a:pPr>
            <a:r>
              <a:rPr lang="en-US" sz="1400" b="0" i="1" dirty="0"/>
              <a:t>XML is old. CSVs can be broken or corrupted, and we do not have the schema</a:t>
            </a:r>
          </a:p>
          <a:p>
            <a:pPr marL="1144588" lvl="2" indent="-457200">
              <a:buFont typeface="Arial" panose="020B0604020202020204" pitchFamily="34" charset="0"/>
              <a:buChar char="•"/>
            </a:pPr>
            <a:r>
              <a:rPr lang="en-US" sz="1400" b="0" i="1" dirty="0"/>
              <a:t>JSONs are the newest and most secure data structure with Faster Transmission speeds</a:t>
            </a:r>
          </a:p>
          <a:p>
            <a:endParaRPr lang="en-US" sz="1800" dirty="0"/>
          </a:p>
        </p:txBody>
      </p:sp>
      <p:sp>
        <p:nvSpPr>
          <p:cNvPr id="3" name="Title 2">
            <a:extLst>
              <a:ext uri="{FF2B5EF4-FFF2-40B4-BE49-F238E27FC236}">
                <a16:creationId xmlns:a16="http://schemas.microsoft.com/office/drawing/2014/main" id="{45F65F2C-D9DC-5E94-32A1-B14BD5D20AC7}"/>
              </a:ext>
            </a:extLst>
          </p:cNvPr>
          <p:cNvSpPr>
            <a:spLocks noGrp="1"/>
          </p:cNvSpPr>
          <p:nvPr>
            <p:ph type="title"/>
          </p:nvPr>
        </p:nvSpPr>
        <p:spPr/>
        <p:txBody>
          <a:bodyPr/>
          <a:lstStyle/>
          <a:p>
            <a:r>
              <a:rPr lang="en-US" dirty="0"/>
              <a:t>What is JSON?</a:t>
            </a:r>
          </a:p>
        </p:txBody>
      </p:sp>
    </p:spTree>
    <p:extLst>
      <p:ext uri="{BB962C8B-B14F-4D97-AF65-F5344CB8AC3E}">
        <p14:creationId xmlns:p14="http://schemas.microsoft.com/office/powerpoint/2010/main" val="2295534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31F49E-5BA7-3179-7293-849315CA3BB7}"/>
              </a:ext>
            </a:extLst>
          </p:cNvPr>
          <p:cNvSpPr>
            <a:spLocks noGrp="1"/>
          </p:cNvSpPr>
          <p:nvPr>
            <p:ph type="body" sz="quarter" idx="11"/>
          </p:nvPr>
        </p:nvSpPr>
        <p:spPr>
          <a:xfrm>
            <a:off x="170131" y="1146125"/>
            <a:ext cx="8197114" cy="3626752"/>
          </a:xfrm>
        </p:spPr>
        <p:txBody>
          <a:bodyPr/>
          <a:lstStyle/>
          <a:p>
            <a:pPr marL="457200" indent="-457200">
              <a:buFont typeface="Arial" panose="020B0604020202020204" pitchFamily="34" charset="0"/>
              <a:buChar char="•"/>
            </a:pPr>
            <a:r>
              <a:rPr lang="en-US" sz="1800" b="0" dirty="0"/>
              <a:t>Data is in Key/Value pairs</a:t>
            </a:r>
          </a:p>
          <a:p>
            <a:pPr marL="457200" indent="-457200">
              <a:buFont typeface="Arial" panose="020B0604020202020204" pitchFamily="34" charset="0"/>
              <a:buChar char="•"/>
            </a:pPr>
            <a:endParaRPr lang="en-US" sz="1800" b="0" dirty="0"/>
          </a:p>
          <a:p>
            <a:pPr marL="457200" indent="-457200">
              <a:buFont typeface="Arial" panose="020B0604020202020204" pitchFamily="34" charset="0"/>
              <a:buChar char="•"/>
            </a:pPr>
            <a:r>
              <a:rPr lang="en-US" sz="1800" b="0" dirty="0"/>
              <a:t>Data is separated by commas</a:t>
            </a:r>
          </a:p>
          <a:p>
            <a:pPr marL="457200" indent="-457200">
              <a:buFont typeface="Arial" panose="020B0604020202020204" pitchFamily="34" charset="0"/>
              <a:buChar char="•"/>
            </a:pPr>
            <a:endParaRPr lang="en-US" sz="1800" b="0" dirty="0"/>
          </a:p>
          <a:p>
            <a:pPr marL="457200" indent="-457200">
              <a:buFont typeface="Arial" panose="020B0604020202020204" pitchFamily="34" charset="0"/>
              <a:buChar char="•"/>
            </a:pPr>
            <a:r>
              <a:rPr lang="en-US" sz="1800" b="0" dirty="0"/>
              <a:t>Curly braces hold objects</a:t>
            </a:r>
          </a:p>
          <a:p>
            <a:pPr marL="915988" lvl="1" indent="-457200">
              <a:buFont typeface="Arial" panose="020B0604020202020204" pitchFamily="34" charset="0"/>
              <a:buChar char="•"/>
            </a:pPr>
            <a:r>
              <a:rPr lang="en-US" sz="1600" b="0" dirty="0"/>
              <a:t>In this context an object is a set of Key/Value pairs separated by commas</a:t>
            </a:r>
          </a:p>
          <a:p>
            <a:pPr marL="457200" indent="-457200">
              <a:buFont typeface="Arial" panose="020B0604020202020204" pitchFamily="34" charset="0"/>
              <a:buChar char="•"/>
            </a:pPr>
            <a:endParaRPr lang="en-US" sz="1800" b="0" dirty="0"/>
          </a:p>
          <a:p>
            <a:pPr marL="457200" indent="-457200">
              <a:buFont typeface="Arial" panose="020B0604020202020204" pitchFamily="34" charset="0"/>
              <a:buChar char="•"/>
            </a:pPr>
            <a:r>
              <a:rPr lang="en-US" sz="1800" b="0" dirty="0"/>
              <a:t>Square brackets hold arrays</a:t>
            </a:r>
          </a:p>
          <a:p>
            <a:pPr marL="915988" lvl="1" indent="-457200">
              <a:buFont typeface="Arial" panose="020B0604020202020204" pitchFamily="34" charset="0"/>
              <a:buChar char="•"/>
            </a:pPr>
            <a:r>
              <a:rPr lang="en-US" sz="1600" b="0" dirty="0"/>
              <a:t>An array is a sequence of values which can be accessed randomly, i.e., without having to traverse the previous values</a:t>
            </a:r>
          </a:p>
          <a:p>
            <a:pPr marL="915988" lvl="1" indent="-457200">
              <a:buFont typeface="Arial" panose="020B0604020202020204" pitchFamily="34" charset="0"/>
              <a:buChar char="•"/>
            </a:pPr>
            <a:r>
              <a:rPr lang="en-US" sz="1600" b="0" dirty="0"/>
              <a:t>E.G., You can get to the 5</a:t>
            </a:r>
            <a:r>
              <a:rPr lang="en-US" sz="1600" b="0" baseline="30000" dirty="0"/>
              <a:t>th</a:t>
            </a:r>
            <a:r>
              <a:rPr lang="en-US" sz="1600" b="0" dirty="0"/>
              <a:t> position in an array without having to go through the previous values in the sequence</a:t>
            </a:r>
          </a:p>
          <a:p>
            <a:endParaRPr lang="en-US" sz="1600" dirty="0"/>
          </a:p>
        </p:txBody>
      </p:sp>
      <p:sp>
        <p:nvSpPr>
          <p:cNvPr id="3" name="Title 2">
            <a:extLst>
              <a:ext uri="{FF2B5EF4-FFF2-40B4-BE49-F238E27FC236}">
                <a16:creationId xmlns:a16="http://schemas.microsoft.com/office/drawing/2014/main" id="{A3B2BD5E-B6F3-95DF-5DF6-029E18C4D501}"/>
              </a:ext>
            </a:extLst>
          </p:cNvPr>
          <p:cNvSpPr>
            <a:spLocks noGrp="1"/>
          </p:cNvSpPr>
          <p:nvPr>
            <p:ph type="title"/>
          </p:nvPr>
        </p:nvSpPr>
        <p:spPr/>
        <p:txBody>
          <a:bodyPr/>
          <a:lstStyle/>
          <a:p>
            <a:r>
              <a:rPr lang="en-US" dirty="0"/>
              <a:t>JSON Syntax</a:t>
            </a:r>
          </a:p>
        </p:txBody>
      </p:sp>
    </p:spTree>
    <p:extLst>
      <p:ext uri="{BB962C8B-B14F-4D97-AF65-F5344CB8AC3E}">
        <p14:creationId xmlns:p14="http://schemas.microsoft.com/office/powerpoint/2010/main" val="1812028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D68E4D-76A6-5091-FA58-0F3D40650104}"/>
              </a:ext>
            </a:extLst>
          </p:cNvPr>
          <p:cNvSpPr>
            <a:spLocks noGrp="1"/>
          </p:cNvSpPr>
          <p:nvPr>
            <p:ph type="body" sz="quarter" idx="11"/>
          </p:nvPr>
        </p:nvSpPr>
        <p:spPr>
          <a:xfrm>
            <a:off x="447923" y="1146125"/>
            <a:ext cx="4539713" cy="3626752"/>
          </a:xfrm>
        </p:spPr>
        <p:txBody>
          <a:bodyPr/>
          <a:lstStyle/>
          <a:p>
            <a:pPr marL="457200" indent="-457200">
              <a:buFont typeface="Arial" panose="020B0604020202020204" pitchFamily="34" charset="0"/>
              <a:buChar char="•"/>
            </a:pPr>
            <a:r>
              <a:rPr lang="en-US" sz="1600" b="0" dirty="0"/>
              <a:t>Consists of a Key in double quotes (i.e., a string) followed by a colon followed by a Value (Keys can be capitalized or in lowercase)</a:t>
            </a:r>
          </a:p>
          <a:p>
            <a:pPr marL="915988" lvl="1" indent="-457200">
              <a:buFont typeface="Arial" panose="020B0604020202020204" pitchFamily="34" charset="0"/>
              <a:buChar char="•"/>
            </a:pPr>
            <a:r>
              <a:rPr lang="en-US" sz="1400" b="0" dirty="0"/>
              <a:t>E.g., “city” : “New York”</a:t>
            </a:r>
          </a:p>
          <a:p>
            <a:pPr marL="915988" lvl="1" indent="-457200">
              <a:buFont typeface="Arial" panose="020B0604020202020204" pitchFamily="34" charset="0"/>
              <a:buChar char="•"/>
            </a:pPr>
            <a:endParaRPr lang="en-US" sz="1400" b="0" dirty="0"/>
          </a:p>
          <a:p>
            <a:pPr marL="457200" indent="-457200">
              <a:buFont typeface="Arial" panose="020B0604020202020204" pitchFamily="34" charset="0"/>
              <a:buChar char="•"/>
            </a:pPr>
            <a:r>
              <a:rPr lang="en-US" sz="1600" b="0" dirty="0"/>
              <a:t>Values must be one of the following types (No Mixed Data Types):</a:t>
            </a:r>
          </a:p>
          <a:p>
            <a:pPr marL="915988" lvl="1" indent="-457200">
              <a:buFont typeface="Arial" panose="020B0604020202020204" pitchFamily="34" charset="0"/>
              <a:buChar char="•"/>
            </a:pPr>
            <a:r>
              <a:rPr lang="en-US" sz="1400" b="0" dirty="0"/>
              <a:t>String </a:t>
            </a:r>
          </a:p>
          <a:p>
            <a:pPr marL="915988" lvl="1" indent="-457200">
              <a:buFont typeface="Arial" panose="020B0604020202020204" pitchFamily="34" charset="0"/>
              <a:buChar char="•"/>
            </a:pPr>
            <a:r>
              <a:rPr lang="en-US" sz="1400" b="0" dirty="0"/>
              <a:t>Number</a:t>
            </a:r>
          </a:p>
          <a:p>
            <a:pPr marL="915988" lvl="1" indent="-457200">
              <a:buFont typeface="Arial" panose="020B0604020202020204" pitchFamily="34" charset="0"/>
              <a:buChar char="•"/>
            </a:pPr>
            <a:r>
              <a:rPr lang="en-US" sz="1400" b="0" dirty="0"/>
              <a:t>JSON object</a:t>
            </a:r>
          </a:p>
          <a:p>
            <a:pPr marL="915988" lvl="1" indent="-457200">
              <a:buFont typeface="Arial" panose="020B0604020202020204" pitchFamily="34" charset="0"/>
              <a:buChar char="•"/>
            </a:pPr>
            <a:r>
              <a:rPr lang="en-US" sz="1400" b="0" dirty="0"/>
              <a:t>Array or List </a:t>
            </a:r>
          </a:p>
          <a:p>
            <a:pPr marL="915988" lvl="1" indent="-457200">
              <a:buFont typeface="Arial" panose="020B0604020202020204" pitchFamily="34" charset="0"/>
              <a:buChar char="•"/>
            </a:pPr>
            <a:r>
              <a:rPr lang="en-US" sz="1400" b="0" dirty="0"/>
              <a:t>Boolean </a:t>
            </a:r>
          </a:p>
          <a:p>
            <a:pPr marL="915988" lvl="1" indent="-457200">
              <a:buFont typeface="Arial" panose="020B0604020202020204" pitchFamily="34" charset="0"/>
              <a:buChar char="•"/>
            </a:pPr>
            <a:r>
              <a:rPr lang="en-US" sz="1400" b="0" dirty="0"/>
              <a:t>Null</a:t>
            </a:r>
          </a:p>
          <a:p>
            <a:endParaRPr lang="en-US" sz="1600" dirty="0"/>
          </a:p>
        </p:txBody>
      </p:sp>
      <p:sp>
        <p:nvSpPr>
          <p:cNvPr id="3" name="Title 2">
            <a:extLst>
              <a:ext uri="{FF2B5EF4-FFF2-40B4-BE49-F238E27FC236}">
                <a16:creationId xmlns:a16="http://schemas.microsoft.com/office/drawing/2014/main" id="{54911D50-AF9B-742F-2D48-23586EE6A4CD}"/>
              </a:ext>
            </a:extLst>
          </p:cNvPr>
          <p:cNvSpPr>
            <a:spLocks noGrp="1"/>
          </p:cNvSpPr>
          <p:nvPr>
            <p:ph type="title"/>
          </p:nvPr>
        </p:nvSpPr>
        <p:spPr/>
        <p:txBody>
          <a:bodyPr/>
          <a:lstStyle/>
          <a:p>
            <a:r>
              <a:rPr lang="en-US" dirty="0"/>
              <a:t>JSON Key/Value Pairs</a:t>
            </a:r>
          </a:p>
        </p:txBody>
      </p:sp>
      <p:pic>
        <p:nvPicPr>
          <p:cNvPr id="4" name="Content Placeholder 5" descr="A close-up of a computer code&#10;&#10;Description automatically generated">
            <a:extLst>
              <a:ext uri="{FF2B5EF4-FFF2-40B4-BE49-F238E27FC236}">
                <a16:creationId xmlns:a16="http://schemas.microsoft.com/office/drawing/2014/main" id="{3C84D9C2-FEFB-3EF8-157C-96C1449E8E80}"/>
              </a:ext>
              <a:ext uri="{C183D7F6-B498-43B3-948B-1728B52AA6E4}">
                <adec:decorative xmlns:adec="http://schemas.microsoft.com/office/drawing/2017/decorative" val="0"/>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a:ext>
            </a:extLst>
          </a:blip>
          <a:srcRect t="1895"/>
          <a:stretch/>
        </p:blipFill>
        <p:spPr>
          <a:xfrm>
            <a:off x="5041207" y="370623"/>
            <a:ext cx="3977150" cy="3626752"/>
          </a:xfrm>
          <a:prstGeom prst="rect">
            <a:avLst/>
          </a:prstGeom>
          <a:ln w="22225">
            <a:solidFill>
              <a:srgbClr val="002060"/>
            </a:solidFill>
          </a:ln>
        </p:spPr>
      </p:pic>
    </p:spTree>
    <p:extLst>
      <p:ext uri="{BB962C8B-B14F-4D97-AF65-F5344CB8AC3E}">
        <p14:creationId xmlns:p14="http://schemas.microsoft.com/office/powerpoint/2010/main" val="2913880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JSON example shown from bracket to bracket, showing Integer, Boolean, String, an Array, and a JSON object">
            <a:extLst>
              <a:ext uri="{FF2B5EF4-FFF2-40B4-BE49-F238E27FC236}">
                <a16:creationId xmlns:a16="http://schemas.microsoft.com/office/drawing/2014/main" id="{6E7C281C-91A0-718D-A7B2-4851F680710B}"/>
              </a:ext>
            </a:extLst>
          </p:cNvPr>
          <p:cNvPicPr>
            <a:picLocks noChangeAspect="1"/>
          </p:cNvPicPr>
          <p:nvPr/>
        </p:nvPicPr>
        <p:blipFill>
          <a:blip r:embed="rId2"/>
          <a:stretch>
            <a:fillRect/>
          </a:stretch>
        </p:blipFill>
        <p:spPr>
          <a:xfrm>
            <a:off x="102791" y="1013234"/>
            <a:ext cx="8693967" cy="3912057"/>
          </a:xfrm>
          <a:prstGeom prst="rect">
            <a:avLst/>
          </a:prstGeom>
        </p:spPr>
      </p:pic>
      <p:sp>
        <p:nvSpPr>
          <p:cNvPr id="3" name="Title 2">
            <a:extLst>
              <a:ext uri="{FF2B5EF4-FFF2-40B4-BE49-F238E27FC236}">
                <a16:creationId xmlns:a16="http://schemas.microsoft.com/office/drawing/2014/main" id="{EF463CEF-C3AE-7A6B-7BB5-F71CAF84D371}"/>
              </a:ext>
            </a:extLst>
          </p:cNvPr>
          <p:cNvSpPr>
            <a:spLocks noGrp="1"/>
          </p:cNvSpPr>
          <p:nvPr>
            <p:ph type="title"/>
          </p:nvPr>
        </p:nvSpPr>
        <p:spPr/>
        <p:txBody>
          <a:bodyPr/>
          <a:lstStyle/>
          <a:p>
            <a:r>
              <a:rPr lang="en-US" dirty="0"/>
              <a:t>JSON Example</a:t>
            </a:r>
          </a:p>
        </p:txBody>
      </p:sp>
    </p:spTree>
    <p:extLst>
      <p:ext uri="{BB962C8B-B14F-4D97-AF65-F5344CB8AC3E}">
        <p14:creationId xmlns:p14="http://schemas.microsoft.com/office/powerpoint/2010/main" val="53327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005E1-F6BA-56B0-1A97-6A56E430667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059F26D-BB1D-6217-2888-D0B3365A1A77}"/>
              </a:ext>
            </a:extLst>
          </p:cNvPr>
          <p:cNvSpPr>
            <a:spLocks noGrp="1"/>
          </p:cNvSpPr>
          <p:nvPr>
            <p:ph type="body" sz="quarter" idx="11"/>
          </p:nvPr>
        </p:nvSpPr>
        <p:spPr/>
        <p:txBody>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1600" b="0" dirty="0"/>
          </a:p>
          <a:p>
            <a:pPr marL="0" indent="0">
              <a:buNone/>
            </a:pPr>
            <a:r>
              <a:rPr lang="en-US" sz="1600" b="0" dirty="0"/>
              <a:t>https://</a:t>
            </a:r>
            <a:r>
              <a:rPr lang="en-US" sz="1600" b="0" dirty="0" err="1"/>
              <a:t>commons.wikimedia.org</a:t>
            </a:r>
            <a:r>
              <a:rPr lang="en-US" sz="1600" b="0" dirty="0"/>
              <a:t>/wiki/File:JSON_vs._</a:t>
            </a:r>
            <a:r>
              <a:rPr lang="en-US" sz="1600" b="0" dirty="0" err="1"/>
              <a:t>XML.png</a:t>
            </a:r>
            <a:endParaRPr lang="en-US" sz="1600" b="0" dirty="0"/>
          </a:p>
        </p:txBody>
      </p:sp>
      <p:sp>
        <p:nvSpPr>
          <p:cNvPr id="3" name="Title 2">
            <a:extLst>
              <a:ext uri="{FF2B5EF4-FFF2-40B4-BE49-F238E27FC236}">
                <a16:creationId xmlns:a16="http://schemas.microsoft.com/office/drawing/2014/main" id="{BDF69D84-6553-AB21-15C6-176AB1D14E9C}"/>
              </a:ext>
            </a:extLst>
          </p:cNvPr>
          <p:cNvSpPr>
            <a:spLocks noGrp="1"/>
          </p:cNvSpPr>
          <p:nvPr>
            <p:ph type="title"/>
          </p:nvPr>
        </p:nvSpPr>
        <p:spPr/>
        <p:txBody>
          <a:bodyPr/>
          <a:lstStyle/>
          <a:p>
            <a:r>
              <a:rPr lang="en-US" dirty="0"/>
              <a:t>JSON VS XML</a:t>
            </a:r>
          </a:p>
        </p:txBody>
      </p:sp>
      <p:pic>
        <p:nvPicPr>
          <p:cNvPr id="1026" name="Picture 2">
            <a:extLst>
              <a:ext uri="{FF2B5EF4-FFF2-40B4-BE49-F238E27FC236}">
                <a16:creationId xmlns:a16="http://schemas.microsoft.com/office/drawing/2014/main" id="{C32E266D-5BF2-1A71-EFB3-C4F38CD086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62063"/>
            <a:ext cx="9144000"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2233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79E233-58C0-00C9-D563-A6C30514FE72}"/>
              </a:ext>
            </a:extLst>
          </p:cNvPr>
          <p:cNvSpPr>
            <a:spLocks noGrp="1"/>
          </p:cNvSpPr>
          <p:nvPr>
            <p:ph type="body" sz="quarter" idx="11"/>
          </p:nvPr>
        </p:nvSpPr>
        <p:spPr/>
        <p:txBody>
          <a:bodyPr/>
          <a:lstStyle/>
          <a:p>
            <a:r>
              <a:rPr lang="en-US" sz="1600" b="0" dirty="0"/>
              <a:t>Represent the following information in a well-formed JSON object: </a:t>
            </a:r>
          </a:p>
          <a:p>
            <a:endParaRPr lang="en-US" sz="1800" b="0" i="1" dirty="0"/>
          </a:p>
          <a:p>
            <a:pPr marL="457200" lvl="1" indent="0" algn="just">
              <a:buNone/>
            </a:pPr>
            <a:r>
              <a:rPr lang="en-US" sz="1800" b="0" i="1" dirty="0"/>
              <a:t>Vera </a:t>
            </a:r>
            <a:r>
              <a:rPr lang="en-US" sz="1800" b="0" i="1" dirty="0" err="1"/>
              <a:t>BigShot</a:t>
            </a:r>
            <a:r>
              <a:rPr lang="en-US" sz="1800" b="0" i="1" dirty="0"/>
              <a:t> is the President of </a:t>
            </a:r>
            <a:r>
              <a:rPr lang="en-US" sz="1800" b="0" i="1" dirty="0" err="1"/>
              <a:t>BigDeal</a:t>
            </a:r>
            <a:r>
              <a:rPr lang="en-US" sz="1800" b="0" i="1" dirty="0"/>
              <a:t>, Inc. She has two pets: a dog named Woof who is three years old and a cat named Meow who is ten years old. She has three homes, one in New York, NY; one in Palm Beach, FL; and one in Flagstaff, AZ. She is not married. Her hobbies are golfing and tormenting students. She was born on June 10, 1995 in Oakland, California.</a:t>
            </a:r>
          </a:p>
          <a:p>
            <a:endParaRPr lang="en-US" sz="1600" b="0" i="1" dirty="0"/>
          </a:p>
          <a:p>
            <a:pPr marL="0" indent="0">
              <a:buNone/>
            </a:pPr>
            <a:r>
              <a:rPr lang="en-US" sz="1600" b="0" dirty="0"/>
              <a:t>Note: Represent every fact about her in separate key/value pairs. So don’t put ‘Palm Beach, FL’ as one value — break it up into a city and a state value.</a:t>
            </a:r>
          </a:p>
          <a:p>
            <a:endParaRPr lang="en-US" sz="1800" b="0" i="1" dirty="0"/>
          </a:p>
          <a:p>
            <a:endParaRPr lang="en-US" sz="1600" dirty="0"/>
          </a:p>
        </p:txBody>
      </p:sp>
      <p:sp>
        <p:nvSpPr>
          <p:cNvPr id="3" name="Title 2">
            <a:extLst>
              <a:ext uri="{FF2B5EF4-FFF2-40B4-BE49-F238E27FC236}">
                <a16:creationId xmlns:a16="http://schemas.microsoft.com/office/drawing/2014/main" id="{28CD12B2-D8C7-531F-CCAE-879A94637EF4}"/>
              </a:ext>
            </a:extLst>
          </p:cNvPr>
          <p:cNvSpPr>
            <a:spLocks noGrp="1"/>
          </p:cNvSpPr>
          <p:nvPr>
            <p:ph type="title"/>
          </p:nvPr>
        </p:nvSpPr>
        <p:spPr/>
        <p:txBody>
          <a:bodyPr/>
          <a:lstStyle/>
          <a:p>
            <a:r>
              <a:rPr lang="en-US" dirty="0"/>
              <a:t>JSON Exercise</a:t>
            </a:r>
          </a:p>
        </p:txBody>
      </p:sp>
    </p:spTree>
    <p:extLst>
      <p:ext uri="{BB962C8B-B14F-4D97-AF65-F5344CB8AC3E}">
        <p14:creationId xmlns:p14="http://schemas.microsoft.com/office/powerpoint/2010/main" val="422440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descr="code for exercise answer">
            <a:extLst>
              <a:ext uri="{FF2B5EF4-FFF2-40B4-BE49-F238E27FC236}">
                <a16:creationId xmlns:a16="http://schemas.microsoft.com/office/drawing/2014/main" id="{4728F872-D548-A876-D853-07E69C6D61BE}"/>
              </a:ext>
            </a:extLst>
          </p:cNvPr>
          <p:cNvSpPr>
            <a:spLocks noGrp="1"/>
          </p:cNvSpPr>
          <p:nvPr>
            <p:ph type="body" sz="quarter" idx="11"/>
          </p:nvPr>
        </p:nvSpPr>
        <p:spPr>
          <a:xfrm>
            <a:off x="447923" y="1146125"/>
            <a:ext cx="4546641" cy="3626752"/>
          </a:xfrm>
        </p:spPr>
        <p:txBody>
          <a:bodyPr/>
          <a:lstStyle/>
          <a:p>
            <a:pPr marL="0" indent="0">
              <a:buNone/>
              <a:tabLst>
                <a:tab pos="449263" algn="l"/>
              </a:tabLst>
            </a:pPr>
            <a:r>
              <a:rPr lang="en-US" sz="1050" dirty="0">
                <a:latin typeface="Lucida Console" panose="020B0609040504020204" pitchFamily="49" charset="0"/>
                <a:cs typeface="Courier New" panose="02070309020205020404" pitchFamily="49" charset="0"/>
              </a:rPr>
              <a:t>{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err="1">
                <a:latin typeface="Lucida Console" panose="020B0609040504020204" pitchFamily="49" charset="0"/>
                <a:cs typeface="Courier New" panose="02070309020205020404" pitchFamily="49" charset="0"/>
              </a:rPr>
              <a:t>firstname</a:t>
            </a:r>
            <a:r>
              <a:rPr lang="en-US" sz="1050" dirty="0">
                <a:latin typeface="Lucida Console" panose="020B0609040504020204" pitchFamily="49" charset="0"/>
                <a:cs typeface="Courier New" panose="02070309020205020404" pitchFamily="49" charset="0"/>
              </a:rPr>
              <a:t>”: “Vera”,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err="1">
                <a:latin typeface="Lucida Console" panose="020B0609040504020204" pitchFamily="49" charset="0"/>
                <a:cs typeface="Courier New" panose="02070309020205020404" pitchFamily="49" charset="0"/>
              </a:rPr>
              <a:t>lastname</a:t>
            </a:r>
            <a:r>
              <a:rPr lang="en-US" sz="1050" dirty="0">
                <a:latin typeface="Lucida Console" panose="020B0609040504020204" pitchFamily="49" charset="0"/>
                <a:cs typeface="Courier New" panose="02070309020205020404" pitchFamily="49" charset="0"/>
              </a:rPr>
              <a:t>”: “</a:t>
            </a:r>
            <a:r>
              <a:rPr lang="en-US" sz="1050" dirty="0" err="1">
                <a:latin typeface="Lucida Console" panose="020B0609040504020204" pitchFamily="49" charset="0"/>
                <a:cs typeface="Courier New" panose="02070309020205020404" pitchFamily="49" charset="0"/>
              </a:rPr>
              <a:t>BigShot</a:t>
            </a:r>
            <a:r>
              <a:rPr lang="en-US" sz="1050" dirty="0">
                <a:latin typeface="Lucida Console" panose="020B0609040504020204" pitchFamily="49" charset="0"/>
                <a:cs typeface="Courier New" panose="02070309020205020404" pitchFamily="49" charset="0"/>
              </a:rPr>
              <a:t>”,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err="1">
                <a:latin typeface="Lucida Console" panose="020B0609040504020204" pitchFamily="49" charset="0"/>
                <a:cs typeface="Courier New" panose="02070309020205020404" pitchFamily="49" charset="0"/>
              </a:rPr>
              <a:t>company_position</a:t>
            </a:r>
            <a:r>
              <a:rPr lang="en-US" sz="1050" dirty="0">
                <a:latin typeface="Lucida Console" panose="020B0609040504020204" pitchFamily="49" charset="0"/>
                <a:cs typeface="Courier New" panose="02070309020205020404" pitchFamily="49" charset="0"/>
              </a:rPr>
              <a:t>”: “President”,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a:latin typeface="Lucida Console" panose="020B0609040504020204" pitchFamily="49" charset="0"/>
                <a:cs typeface="Courier New" panose="02070309020205020404" pitchFamily="49" charset="0"/>
              </a:rPr>
              <a:t>company</a:t>
            </a:r>
            <a:r>
              <a:rPr lang="en-US" sz="1050" dirty="0">
                <a:latin typeface="Lucida Console" panose="020B0609040504020204" pitchFamily="49" charset="0"/>
                <a:cs typeface="Courier New" panose="02070309020205020404" pitchFamily="49" charset="0"/>
              </a:rPr>
              <a:t>”: “</a:t>
            </a:r>
            <a:r>
              <a:rPr lang="en-US" sz="1050" dirty="0" err="1">
                <a:latin typeface="Lucida Console" panose="020B0609040504020204" pitchFamily="49" charset="0"/>
                <a:cs typeface="Courier New" panose="02070309020205020404" pitchFamily="49" charset="0"/>
              </a:rPr>
              <a:t>BigDeal</a:t>
            </a:r>
            <a:r>
              <a:rPr lang="en-US" sz="1050" dirty="0">
                <a:latin typeface="Lucida Console" panose="020B0609040504020204" pitchFamily="49" charset="0"/>
                <a:cs typeface="Courier New" panose="02070309020205020404" pitchFamily="49" charset="0"/>
              </a:rPr>
              <a:t>”,</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a:latin typeface="Lucida Console" panose="020B0609040504020204" pitchFamily="49" charset="0"/>
                <a:cs typeface="Courier New" panose="02070309020205020404" pitchFamily="49" charset="0"/>
              </a:rPr>
              <a:t>pets</a:t>
            </a:r>
            <a:r>
              <a:rPr lang="en-US" sz="1050" dirty="0">
                <a:latin typeface="Lucida Console" panose="020B0609040504020204" pitchFamily="49" charset="0"/>
                <a:cs typeface="Courier New" panose="02070309020205020404" pitchFamily="49" charset="0"/>
              </a:rPr>
              <a:t>”: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dirty="0" err="1">
                <a:latin typeface="Lucida Console" panose="020B0609040504020204" pitchFamily="49" charset="0"/>
                <a:cs typeface="Courier New" panose="02070309020205020404" pitchFamily="49" charset="0"/>
              </a:rPr>
              <a:t>type”:”dog</a:t>
            </a:r>
            <a:r>
              <a:rPr lang="en-US" sz="1050" dirty="0">
                <a:latin typeface="Lucida Console" panose="020B0609040504020204" pitchFamily="49" charset="0"/>
                <a:cs typeface="Courier New" panose="02070309020205020404" pitchFamily="49" charset="0"/>
              </a:rPr>
              <a:t>”, “</a:t>
            </a:r>
            <a:r>
              <a:rPr lang="en-US" sz="1050" dirty="0" err="1">
                <a:latin typeface="Lucida Console" panose="020B0609040504020204" pitchFamily="49" charset="0"/>
                <a:cs typeface="Courier New" panose="02070309020205020404" pitchFamily="49" charset="0"/>
              </a:rPr>
              <a:t>name”:“Woof”,“age</a:t>
            </a:r>
            <a:r>
              <a:rPr lang="en-US" sz="1050" dirty="0">
                <a:latin typeface="Lucida Console" panose="020B0609040504020204" pitchFamily="49" charset="0"/>
                <a:cs typeface="Courier New" panose="02070309020205020404" pitchFamily="49" charset="0"/>
              </a:rPr>
              <a:t>”: 3},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dirty="0" err="1">
                <a:latin typeface="Lucida Console" panose="020B0609040504020204" pitchFamily="49" charset="0"/>
                <a:cs typeface="Courier New" panose="02070309020205020404" pitchFamily="49" charset="0"/>
              </a:rPr>
              <a:t>type”:”cat</a:t>
            </a:r>
            <a:r>
              <a:rPr lang="en-US" sz="1050" dirty="0">
                <a:latin typeface="Lucida Console" panose="020B0609040504020204" pitchFamily="49" charset="0"/>
                <a:cs typeface="Courier New" panose="02070309020205020404" pitchFamily="49" charset="0"/>
              </a:rPr>
              <a:t>”, “</a:t>
            </a:r>
            <a:r>
              <a:rPr lang="en-US" sz="1050" dirty="0" err="1">
                <a:latin typeface="Lucida Console" panose="020B0609040504020204" pitchFamily="49" charset="0"/>
                <a:cs typeface="Courier New" panose="02070309020205020404" pitchFamily="49" charset="0"/>
              </a:rPr>
              <a:t>name”:”Meow”,”age</a:t>
            </a:r>
            <a:r>
              <a:rPr lang="en-US" sz="1050" dirty="0">
                <a:latin typeface="Lucida Console" panose="020B0609040504020204" pitchFamily="49" charset="0"/>
                <a:cs typeface="Courier New" panose="02070309020205020404" pitchFamily="49" charset="0"/>
              </a:rPr>
              <a:t>”: 10}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err="1">
                <a:latin typeface="Lucida Console" panose="020B0609040504020204" pitchFamily="49" charset="0"/>
                <a:cs typeface="Courier New" panose="02070309020205020404" pitchFamily="49" charset="0"/>
              </a:rPr>
              <a:t>home_locations</a:t>
            </a:r>
            <a:r>
              <a:rPr lang="en-US" sz="1050" dirty="0">
                <a:latin typeface="Lucida Console" panose="020B0609040504020204" pitchFamily="49" charset="0"/>
                <a:cs typeface="Courier New" panose="02070309020205020404" pitchFamily="49" charset="0"/>
              </a:rPr>
              <a:t>”: [</a:t>
            </a:r>
          </a:p>
          <a:p>
            <a:pPr marL="0" indent="0">
              <a:buNone/>
              <a:tabLst>
                <a:tab pos="449263" algn="l"/>
              </a:tabLst>
            </a:pPr>
            <a:r>
              <a:rPr lang="en-US" sz="1050" dirty="0">
                <a:latin typeface="Lucida Console" panose="020B0609040504020204" pitchFamily="49" charset="0"/>
                <a:cs typeface="Courier New" panose="02070309020205020404" pitchFamily="49" charset="0"/>
              </a:rPr>
              <a:t>		{“city”: “New York”, “state”: “NY”}, </a:t>
            </a:r>
          </a:p>
          <a:p>
            <a:pPr marL="0" indent="0">
              <a:buNone/>
              <a:tabLst>
                <a:tab pos="449263" algn="l"/>
              </a:tabLst>
            </a:pPr>
            <a:r>
              <a:rPr lang="en-US" sz="1050" dirty="0">
                <a:latin typeface="Lucida Console" panose="020B0609040504020204" pitchFamily="49" charset="0"/>
                <a:cs typeface="Courier New" panose="02070309020205020404" pitchFamily="49" charset="0"/>
              </a:rPr>
              <a:t>		{“city”:” Palm Beach”, “state”: “FL”}, </a:t>
            </a:r>
          </a:p>
          <a:p>
            <a:pPr marL="0" indent="0">
              <a:buNone/>
              <a:tabLst>
                <a:tab pos="449263" algn="l"/>
              </a:tabLst>
            </a:pPr>
            <a:r>
              <a:rPr lang="en-US" sz="1050" dirty="0">
                <a:latin typeface="Lucida Console" panose="020B0609040504020204" pitchFamily="49" charset="0"/>
                <a:cs typeface="Courier New" panose="02070309020205020404" pitchFamily="49" charset="0"/>
              </a:rPr>
              <a:t>		{“city”: “Flagstaff”, “state”: “AZ”}</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err="1">
                <a:latin typeface="Lucida Console" panose="020B0609040504020204" pitchFamily="49" charset="0"/>
                <a:cs typeface="Courier New" panose="02070309020205020404" pitchFamily="49" charset="0"/>
              </a:rPr>
              <a:t>marital_status</a:t>
            </a:r>
            <a:r>
              <a:rPr lang="en-US" sz="1050" dirty="0" err="1">
                <a:latin typeface="Lucida Console" panose="020B0609040504020204" pitchFamily="49" charset="0"/>
                <a:cs typeface="Courier New" panose="02070309020205020404" pitchFamily="49" charset="0"/>
              </a:rPr>
              <a:t>”:”single</a:t>
            </a:r>
            <a:r>
              <a:rPr lang="en-US" sz="1050" dirty="0">
                <a:latin typeface="Lucida Console" panose="020B0609040504020204" pitchFamily="49" charset="0"/>
                <a:cs typeface="Courier New" panose="02070309020205020404" pitchFamily="49" charset="0"/>
              </a:rPr>
              <a:t>”,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a:latin typeface="Lucida Console" panose="020B0609040504020204" pitchFamily="49" charset="0"/>
                <a:cs typeface="Courier New" panose="02070309020205020404" pitchFamily="49" charset="0"/>
              </a:rPr>
              <a:t>dob</a:t>
            </a:r>
            <a:r>
              <a:rPr lang="en-US" sz="1050" dirty="0">
                <a:latin typeface="Lucida Console" panose="020B0609040504020204" pitchFamily="49" charset="0"/>
                <a:cs typeface="Courier New" panose="02070309020205020404" pitchFamily="49" charset="0"/>
              </a:rPr>
              <a:t>”:”06-10-1995”,</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a:latin typeface="Lucida Console" panose="020B0609040504020204" pitchFamily="49" charset="0"/>
                <a:cs typeface="Courier New" panose="02070309020205020404" pitchFamily="49" charset="0"/>
              </a:rPr>
              <a:t>hometown</a:t>
            </a:r>
            <a:r>
              <a:rPr lang="en-US" sz="1050" dirty="0">
                <a:latin typeface="Lucida Console" panose="020B0609040504020204" pitchFamily="49" charset="0"/>
                <a:cs typeface="Courier New" panose="02070309020205020404" pitchFamily="49" charset="0"/>
              </a:rPr>
              <a:t>”: “Oakland”,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err="1">
                <a:latin typeface="Lucida Console" panose="020B0609040504020204" pitchFamily="49" charset="0"/>
                <a:cs typeface="Courier New" panose="02070309020205020404" pitchFamily="49" charset="0"/>
              </a:rPr>
              <a:t>homestate</a:t>
            </a:r>
            <a:r>
              <a:rPr lang="en-US" sz="1050" dirty="0">
                <a:latin typeface="Lucida Console" panose="020B0609040504020204" pitchFamily="49" charset="0"/>
                <a:cs typeface="Courier New" panose="02070309020205020404" pitchFamily="49" charset="0"/>
              </a:rPr>
              <a:t>”:”CA”, </a:t>
            </a:r>
          </a:p>
          <a:p>
            <a:pPr marL="0" indent="0">
              <a:buNone/>
              <a:tabLst>
                <a:tab pos="449263" algn="l"/>
              </a:tabLst>
            </a:pPr>
            <a:r>
              <a:rPr lang="en-US" sz="1050" dirty="0">
                <a:latin typeface="Lucida Console" panose="020B0609040504020204" pitchFamily="49" charset="0"/>
                <a:cs typeface="Courier New" panose="02070309020205020404" pitchFamily="49" charset="0"/>
              </a:rPr>
              <a:t>	”</a:t>
            </a:r>
            <a:r>
              <a:rPr lang="en-US" sz="1050" b="1" dirty="0">
                <a:latin typeface="Lucida Console" panose="020B0609040504020204" pitchFamily="49" charset="0"/>
                <a:cs typeface="Courier New" panose="02070309020205020404" pitchFamily="49" charset="0"/>
              </a:rPr>
              <a:t>hobbies</a:t>
            </a:r>
            <a:r>
              <a:rPr lang="en-US" sz="1050" dirty="0">
                <a:latin typeface="Lucida Console" panose="020B0609040504020204" pitchFamily="49" charset="0"/>
                <a:cs typeface="Courier New" panose="02070309020205020404" pitchFamily="49" charset="0"/>
              </a:rPr>
              <a:t>”: [“</a:t>
            </a:r>
            <a:r>
              <a:rPr lang="en-US" sz="1050" dirty="0" err="1">
                <a:latin typeface="Lucida Console" panose="020B0609040504020204" pitchFamily="49" charset="0"/>
                <a:cs typeface="Courier New" panose="02070309020205020404" pitchFamily="49" charset="0"/>
              </a:rPr>
              <a:t>golfing”,”tormenting</a:t>
            </a:r>
            <a:r>
              <a:rPr lang="en-US" sz="1050" dirty="0">
                <a:latin typeface="Lucida Console" panose="020B0609040504020204" pitchFamily="49" charset="0"/>
                <a:cs typeface="Courier New" panose="02070309020205020404" pitchFamily="49" charset="0"/>
              </a:rPr>
              <a:t> students”]</a:t>
            </a:r>
          </a:p>
          <a:p>
            <a:pPr marL="0" indent="0">
              <a:buNone/>
            </a:pPr>
            <a:r>
              <a:rPr lang="en-US" sz="1050" dirty="0">
                <a:latin typeface="Lucida Console" panose="020B0609040504020204" pitchFamily="49" charset="0"/>
                <a:cs typeface="Courier New" panose="02070309020205020404" pitchFamily="49" charset="0"/>
              </a:rPr>
              <a:t>}</a:t>
            </a:r>
          </a:p>
          <a:p>
            <a:endParaRPr lang="en-US" sz="1050" dirty="0"/>
          </a:p>
        </p:txBody>
      </p:sp>
      <p:sp>
        <p:nvSpPr>
          <p:cNvPr id="3" name="Title 2">
            <a:extLst>
              <a:ext uri="{FF2B5EF4-FFF2-40B4-BE49-F238E27FC236}">
                <a16:creationId xmlns:a16="http://schemas.microsoft.com/office/drawing/2014/main" id="{E913149F-7019-E699-F09C-3C0A408128B7}"/>
              </a:ext>
            </a:extLst>
          </p:cNvPr>
          <p:cNvSpPr>
            <a:spLocks noGrp="1"/>
          </p:cNvSpPr>
          <p:nvPr>
            <p:ph type="title"/>
          </p:nvPr>
        </p:nvSpPr>
        <p:spPr/>
        <p:txBody>
          <a:bodyPr/>
          <a:lstStyle/>
          <a:p>
            <a:r>
              <a:rPr lang="en-US" dirty="0"/>
              <a:t>JSON Exercise - Answer</a:t>
            </a:r>
          </a:p>
        </p:txBody>
      </p:sp>
      <p:pic>
        <p:nvPicPr>
          <p:cNvPr id="6" name="Picture 5" descr="Code would read as Vera Bigshot is the President of BigDeal, Inc. She has two pets: a dog named Woof who is three years old and a cat named Meow who is ten years old. She has three homes, one in New York, NY; one in Palm Beach, FL; and one in Flagstaff, AZ. She is not married. Her hobbies are golfing and tormenting students. She was born June 10, 1995 in Oakland, California.">
            <a:extLst>
              <a:ext uri="{FF2B5EF4-FFF2-40B4-BE49-F238E27FC236}">
                <a16:creationId xmlns:a16="http://schemas.microsoft.com/office/drawing/2014/main" id="{1A27705F-CB62-D052-2B23-97AE8971A790}"/>
              </a:ext>
            </a:extLst>
          </p:cNvPr>
          <p:cNvPicPr>
            <a:picLocks noChangeAspect="1"/>
          </p:cNvPicPr>
          <p:nvPr/>
        </p:nvPicPr>
        <p:blipFill>
          <a:blip r:embed="rId2"/>
          <a:stretch>
            <a:fillRect/>
          </a:stretch>
        </p:blipFill>
        <p:spPr>
          <a:xfrm>
            <a:off x="4717342" y="1146125"/>
            <a:ext cx="3770916" cy="2592778"/>
          </a:xfrm>
          <a:prstGeom prst="rect">
            <a:avLst/>
          </a:prstGeom>
        </p:spPr>
      </p:pic>
    </p:spTree>
    <p:extLst>
      <p:ext uri="{BB962C8B-B14F-4D97-AF65-F5344CB8AC3E}">
        <p14:creationId xmlns:p14="http://schemas.microsoft.com/office/powerpoint/2010/main" val="2991235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874CC-CC97-3C07-C0AB-447D808A5C0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353E8A9-210D-3868-379E-6BDA07B18344}"/>
              </a:ext>
            </a:extLst>
          </p:cNvPr>
          <p:cNvSpPr>
            <a:spLocks noGrp="1"/>
          </p:cNvSpPr>
          <p:nvPr>
            <p:ph type="body" sz="quarter" idx="11"/>
          </p:nvPr>
        </p:nvSpPr>
        <p:spPr/>
        <p:txBody>
          <a:bodyPr/>
          <a:lstStyle/>
          <a:p>
            <a:r>
              <a:rPr lang="en-US" sz="1600" b="0" dirty="0"/>
              <a:t>Represent the following information in a well-formed JSON object: </a:t>
            </a:r>
          </a:p>
          <a:p>
            <a:endParaRPr lang="en-US" sz="1800" b="0" i="1" dirty="0"/>
          </a:p>
          <a:p>
            <a:pPr marL="457200" lvl="1" indent="0" algn="just">
              <a:buNone/>
            </a:pPr>
            <a:r>
              <a:rPr lang="en-US" sz="1800" b="0" i="1" dirty="0"/>
              <a:t>Vera </a:t>
            </a:r>
            <a:r>
              <a:rPr lang="en-US" sz="1800" b="0" i="1" dirty="0" err="1"/>
              <a:t>BigShot</a:t>
            </a:r>
            <a:r>
              <a:rPr lang="en-US" sz="1800" b="0" i="1" dirty="0"/>
              <a:t> is the President of </a:t>
            </a:r>
            <a:r>
              <a:rPr lang="en-US" sz="1800" b="0" i="1" dirty="0" err="1"/>
              <a:t>BigDeal</a:t>
            </a:r>
            <a:r>
              <a:rPr lang="en-US" sz="1800" b="0" i="1" dirty="0"/>
              <a:t>, Inc. She has two pets: a dog named Woof who is three years old and a cat named Meow who is ten years old. She has three homes, one in New York, NY; one in Palm Beach, FL; and one in Flagstaff, AZ. She is not married. Her hobbies are golfing and tormenting students. She was born on June 10, 1995 in Oakland, California.</a:t>
            </a:r>
          </a:p>
          <a:p>
            <a:endParaRPr lang="en-US" sz="1600" b="0" i="1" dirty="0"/>
          </a:p>
          <a:p>
            <a:pPr marL="0" indent="0">
              <a:buNone/>
            </a:pPr>
            <a:r>
              <a:rPr lang="en-US" sz="1600" b="0" dirty="0"/>
              <a:t>Note: Represent every fact about her in separate key/value pairs. So don’t put ‘Palm Beach, FL’ as one value — break it up into a city and a state value.</a:t>
            </a:r>
          </a:p>
          <a:p>
            <a:endParaRPr lang="en-US" sz="1800" b="0" i="1" dirty="0"/>
          </a:p>
          <a:p>
            <a:endParaRPr lang="en-US" sz="1600" dirty="0"/>
          </a:p>
        </p:txBody>
      </p:sp>
      <p:sp>
        <p:nvSpPr>
          <p:cNvPr id="3" name="Title 2">
            <a:extLst>
              <a:ext uri="{FF2B5EF4-FFF2-40B4-BE49-F238E27FC236}">
                <a16:creationId xmlns:a16="http://schemas.microsoft.com/office/drawing/2014/main" id="{F6777C84-816E-2046-EDE0-54897CD13D98}"/>
              </a:ext>
            </a:extLst>
          </p:cNvPr>
          <p:cNvSpPr>
            <a:spLocks noGrp="1"/>
          </p:cNvSpPr>
          <p:nvPr>
            <p:ph type="title"/>
          </p:nvPr>
        </p:nvSpPr>
        <p:spPr/>
        <p:txBody>
          <a:bodyPr/>
          <a:lstStyle/>
          <a:p>
            <a:r>
              <a:rPr lang="en-US" dirty="0"/>
              <a:t>Ask an LLM</a:t>
            </a:r>
          </a:p>
        </p:txBody>
      </p:sp>
    </p:spTree>
    <p:extLst>
      <p:ext uri="{BB962C8B-B14F-4D97-AF65-F5344CB8AC3E}">
        <p14:creationId xmlns:p14="http://schemas.microsoft.com/office/powerpoint/2010/main" val="4236878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412B73-0107-382C-3DF5-7EEB77EE4594}"/>
              </a:ext>
            </a:extLst>
          </p:cNvPr>
          <p:cNvSpPr>
            <a:spLocks noGrp="1"/>
          </p:cNvSpPr>
          <p:nvPr>
            <p:ph type="body" sz="quarter" idx="11"/>
          </p:nvPr>
        </p:nvSpPr>
        <p:spPr/>
        <p:txBody>
          <a:bodyPr/>
          <a:lstStyle/>
          <a:p>
            <a:r>
              <a:rPr lang="en-US" sz="1800" b="0" dirty="0"/>
              <a:t>A Web framework is a collection of packages or modules</a:t>
            </a:r>
          </a:p>
          <a:p>
            <a:pPr lvl="1"/>
            <a:r>
              <a:rPr lang="en-US" sz="1400" b="0" dirty="0"/>
              <a:t>to write Web applications or services</a:t>
            </a:r>
          </a:p>
          <a:p>
            <a:pPr lvl="1"/>
            <a:r>
              <a:rPr lang="en-US" sz="1400" b="0" dirty="0"/>
              <a:t>without having to handle such low-level details as protocols, sockets or process/thread management.</a:t>
            </a:r>
          </a:p>
          <a:p>
            <a:pPr lvl="1"/>
            <a:endParaRPr lang="en-US" sz="1400" b="0" dirty="0"/>
          </a:p>
          <a:p>
            <a:r>
              <a:rPr lang="en-US" sz="1800" b="0" dirty="0"/>
              <a:t>Popular frameworks (https://wiki.python.org/moin/WebFrameworks/)</a:t>
            </a:r>
          </a:p>
          <a:p>
            <a:pPr lvl="1"/>
            <a:r>
              <a:rPr lang="en-US" sz="1400" b="0" dirty="0"/>
              <a:t>Django</a:t>
            </a:r>
          </a:p>
          <a:p>
            <a:pPr lvl="1"/>
            <a:r>
              <a:rPr lang="en-US" sz="1400" b="0" dirty="0"/>
              <a:t>web2py</a:t>
            </a:r>
          </a:p>
          <a:p>
            <a:pPr lvl="1"/>
            <a:r>
              <a:rPr lang="en-US" sz="1400" b="0" dirty="0">
                <a:highlight>
                  <a:srgbClr val="00FF00"/>
                </a:highlight>
              </a:rPr>
              <a:t>Flask</a:t>
            </a:r>
          </a:p>
          <a:p>
            <a:pPr lvl="1"/>
            <a:r>
              <a:rPr lang="en-US" sz="1400" b="0" dirty="0"/>
              <a:t>Bottle</a:t>
            </a:r>
          </a:p>
          <a:p>
            <a:pPr lvl="1"/>
            <a:r>
              <a:rPr lang="en-US" sz="1400" b="0" dirty="0" err="1"/>
              <a:t>CherryPy</a:t>
            </a:r>
            <a:endParaRPr lang="en-US" sz="1400" b="0" dirty="0"/>
          </a:p>
        </p:txBody>
      </p:sp>
      <p:sp>
        <p:nvSpPr>
          <p:cNvPr id="3" name="Title 2">
            <a:extLst>
              <a:ext uri="{FF2B5EF4-FFF2-40B4-BE49-F238E27FC236}">
                <a16:creationId xmlns:a16="http://schemas.microsoft.com/office/drawing/2014/main" id="{44E0EE0D-0868-3BC1-7A86-AFE3CA8BA051}"/>
              </a:ext>
            </a:extLst>
          </p:cNvPr>
          <p:cNvSpPr>
            <a:spLocks noGrp="1"/>
          </p:cNvSpPr>
          <p:nvPr>
            <p:ph type="title"/>
          </p:nvPr>
        </p:nvSpPr>
        <p:spPr/>
        <p:txBody>
          <a:bodyPr/>
          <a:lstStyle/>
          <a:p>
            <a:r>
              <a:rPr lang="en-US" dirty="0"/>
              <a:t>Web Frameworks for Python</a:t>
            </a:r>
          </a:p>
        </p:txBody>
      </p:sp>
    </p:spTree>
    <p:extLst>
      <p:ext uri="{BB962C8B-B14F-4D97-AF65-F5344CB8AC3E}">
        <p14:creationId xmlns:p14="http://schemas.microsoft.com/office/powerpoint/2010/main" val="911512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8C5F4F-29D6-C6AF-5AF0-6B4D5DF4546D}"/>
              </a:ext>
            </a:extLst>
          </p:cNvPr>
          <p:cNvSpPr>
            <a:spLocks noGrp="1"/>
          </p:cNvSpPr>
          <p:nvPr>
            <p:ph type="title"/>
          </p:nvPr>
        </p:nvSpPr>
        <p:spPr/>
        <p:txBody>
          <a:bodyPr/>
          <a:lstStyle/>
          <a:p>
            <a:r>
              <a:rPr lang="en-US" dirty="0"/>
              <a:t>Common flow for web forms</a:t>
            </a:r>
          </a:p>
        </p:txBody>
      </p:sp>
      <p:pic>
        <p:nvPicPr>
          <p:cNvPr id="10" name="Picture 9" descr="Diagram showing: 1. User requests flow from Client to Server, 2. Server sends HTML form to user, 3. User completes form, hits submit, and results are sent via POST, then 4. the Server processes information and send HTML result.">
            <a:extLst>
              <a:ext uri="{FF2B5EF4-FFF2-40B4-BE49-F238E27FC236}">
                <a16:creationId xmlns:a16="http://schemas.microsoft.com/office/drawing/2014/main" id="{C48FF289-C48E-7DBE-5CF0-2F0FF4370F79}"/>
              </a:ext>
            </a:extLst>
          </p:cNvPr>
          <p:cNvPicPr>
            <a:picLocks noChangeAspect="1"/>
          </p:cNvPicPr>
          <p:nvPr/>
        </p:nvPicPr>
        <p:blipFill>
          <a:blip r:embed="rId2"/>
          <a:stretch>
            <a:fillRect/>
          </a:stretch>
        </p:blipFill>
        <p:spPr>
          <a:xfrm>
            <a:off x="460375" y="1248713"/>
            <a:ext cx="6914091" cy="3337247"/>
          </a:xfrm>
          <a:prstGeom prst="rect">
            <a:avLst/>
          </a:prstGeom>
        </p:spPr>
      </p:pic>
    </p:spTree>
    <p:extLst>
      <p:ext uri="{BB962C8B-B14F-4D97-AF65-F5344CB8AC3E}">
        <p14:creationId xmlns:p14="http://schemas.microsoft.com/office/powerpoint/2010/main" val="2061921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Notebook time</a:t>
            </a:r>
          </a:p>
        </p:txBody>
      </p:sp>
    </p:spTree>
    <p:extLst>
      <p:ext uri="{BB962C8B-B14F-4D97-AF65-F5344CB8AC3E}">
        <p14:creationId xmlns:p14="http://schemas.microsoft.com/office/powerpoint/2010/main" val="1969634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F71F23-6941-8CF3-ECCE-A56B6F8848E5}"/>
              </a:ext>
            </a:extLst>
          </p:cNvPr>
          <p:cNvSpPr>
            <a:spLocks noGrp="1"/>
          </p:cNvSpPr>
          <p:nvPr>
            <p:ph type="body" sz="quarter" idx="11"/>
          </p:nvPr>
        </p:nvSpPr>
        <p:spPr/>
        <p:txBody>
          <a:bodyPr/>
          <a:lstStyle/>
          <a:p>
            <a:r>
              <a:rPr lang="en-US" sz="2000" b="0" dirty="0"/>
              <a:t>Git is a distributed version-control system</a:t>
            </a:r>
          </a:p>
          <a:p>
            <a:r>
              <a:rPr lang="en-US" sz="2000" b="0" dirty="0"/>
              <a:t>You keep your files in a repository on your local machine.</a:t>
            </a:r>
          </a:p>
          <a:p>
            <a:r>
              <a:rPr lang="en-US" sz="2000" b="0" dirty="0"/>
              <a:t>You synchronize your repository with a repository on a server.</a:t>
            </a:r>
          </a:p>
          <a:p>
            <a:r>
              <a:rPr lang="en-US" sz="2000" b="0" dirty="0"/>
              <a:t>If you move from one machine to another, you can pick up the changes by synchronizing with the server.</a:t>
            </a:r>
          </a:p>
          <a:p>
            <a:r>
              <a:rPr lang="en-US" sz="2000" b="0" dirty="0"/>
              <a:t>If your partner uploads some changes to your files, you can pick those up by synchronizing with the server.</a:t>
            </a:r>
          </a:p>
          <a:p>
            <a:endParaRPr lang="en-US" sz="2000" dirty="0"/>
          </a:p>
        </p:txBody>
      </p:sp>
      <p:sp>
        <p:nvSpPr>
          <p:cNvPr id="3" name="Title 2">
            <a:extLst>
              <a:ext uri="{FF2B5EF4-FFF2-40B4-BE49-F238E27FC236}">
                <a16:creationId xmlns:a16="http://schemas.microsoft.com/office/drawing/2014/main" id="{C178B406-4DFA-B278-51E5-0CC6E3C49B44}"/>
              </a:ext>
            </a:extLst>
          </p:cNvPr>
          <p:cNvSpPr>
            <a:spLocks noGrp="1"/>
          </p:cNvSpPr>
          <p:nvPr>
            <p:ph type="title"/>
          </p:nvPr>
        </p:nvSpPr>
        <p:spPr/>
        <p:txBody>
          <a:bodyPr/>
          <a:lstStyle/>
          <a:p>
            <a:r>
              <a:rPr lang="en-US" dirty="0"/>
              <a:t>GIT</a:t>
            </a:r>
          </a:p>
        </p:txBody>
      </p:sp>
    </p:spTree>
    <p:extLst>
      <p:ext uri="{BB962C8B-B14F-4D97-AF65-F5344CB8AC3E}">
        <p14:creationId xmlns:p14="http://schemas.microsoft.com/office/powerpoint/2010/main" val="1100952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A0EA3-17C3-530E-A02F-0C2A0CE4A3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D5E8C2B-D777-A11C-E4BD-FE368A245AF4}"/>
              </a:ext>
            </a:extLst>
          </p:cNvPr>
          <p:cNvSpPr>
            <a:spLocks noGrp="1"/>
          </p:cNvSpPr>
          <p:nvPr>
            <p:ph type="body" sz="quarter" idx="11"/>
          </p:nvPr>
        </p:nvSpPr>
        <p:spPr/>
        <p:txBody>
          <a:bodyPr/>
          <a:lstStyle/>
          <a:p>
            <a:r>
              <a:rPr lang="en-US" sz="2000" dirty="0"/>
              <a:t>Terminology:  </a:t>
            </a:r>
            <a:r>
              <a:rPr lang="en-US" sz="2000" b="0" dirty="0"/>
              <a:t>In git-speak, a “version” is called a “commit.”</a:t>
            </a:r>
          </a:p>
          <a:p>
            <a:r>
              <a:rPr lang="en-US" sz="2000" b="0" dirty="0"/>
              <a:t>Git keeps track of the history of your commits, so you can go back and look at earlier versions, or just give up on the current version and go back some earlier version.</a:t>
            </a:r>
          </a:p>
        </p:txBody>
      </p:sp>
      <p:sp>
        <p:nvSpPr>
          <p:cNvPr id="3" name="Title 2">
            <a:extLst>
              <a:ext uri="{FF2B5EF4-FFF2-40B4-BE49-F238E27FC236}">
                <a16:creationId xmlns:a16="http://schemas.microsoft.com/office/drawing/2014/main" id="{C84C56EF-C18E-79D2-E6B9-FD177C76C040}"/>
              </a:ext>
            </a:extLst>
          </p:cNvPr>
          <p:cNvSpPr>
            <a:spLocks noGrp="1"/>
          </p:cNvSpPr>
          <p:nvPr>
            <p:ph type="title"/>
          </p:nvPr>
        </p:nvSpPr>
        <p:spPr/>
        <p:txBody>
          <a:bodyPr/>
          <a:lstStyle/>
          <a:p>
            <a:r>
              <a:rPr lang="en-US" dirty="0"/>
              <a:t>GIT</a:t>
            </a:r>
          </a:p>
        </p:txBody>
      </p:sp>
    </p:spTree>
    <p:extLst>
      <p:ext uri="{BB962C8B-B14F-4D97-AF65-F5344CB8AC3E}">
        <p14:creationId xmlns:p14="http://schemas.microsoft.com/office/powerpoint/2010/main" val="2806219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361AA-1EAB-DCFB-7CB5-57AF683ADDB8}"/>
              </a:ext>
            </a:extLst>
          </p:cNvPr>
          <p:cNvSpPr>
            <a:spLocks noGrp="1"/>
          </p:cNvSpPr>
          <p:nvPr>
            <p:ph type="body" sz="quarter" idx="11"/>
          </p:nvPr>
        </p:nvSpPr>
        <p:spPr/>
        <p:txBody>
          <a:bodyPr/>
          <a:lstStyle/>
          <a:p>
            <a:endParaRPr lang="en-US"/>
          </a:p>
        </p:txBody>
      </p:sp>
      <p:sp>
        <p:nvSpPr>
          <p:cNvPr id="3" name="Title 2">
            <a:extLst>
              <a:ext uri="{FF2B5EF4-FFF2-40B4-BE49-F238E27FC236}">
                <a16:creationId xmlns:a16="http://schemas.microsoft.com/office/drawing/2014/main" id="{C1C6F38F-1728-DBB5-F885-AC12A04BE1A9}"/>
              </a:ext>
            </a:extLst>
          </p:cNvPr>
          <p:cNvSpPr>
            <a:spLocks noGrp="1"/>
          </p:cNvSpPr>
          <p:nvPr>
            <p:ph type="title"/>
          </p:nvPr>
        </p:nvSpPr>
        <p:spPr/>
        <p:txBody>
          <a:bodyPr/>
          <a:lstStyle/>
          <a:p>
            <a:r>
              <a:rPr lang="en-US" dirty="0"/>
              <a:t>Git and GitHub Notes</a:t>
            </a:r>
          </a:p>
        </p:txBody>
      </p:sp>
    </p:spTree>
    <p:extLst>
      <p:ext uri="{BB962C8B-B14F-4D97-AF65-F5344CB8AC3E}">
        <p14:creationId xmlns:p14="http://schemas.microsoft.com/office/powerpoint/2010/main" val="190620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DE1D67-8988-B7DA-E866-D06C1292F1F7}"/>
              </a:ext>
            </a:extLst>
          </p:cNvPr>
          <p:cNvSpPr>
            <a:spLocks noGrp="1"/>
          </p:cNvSpPr>
          <p:nvPr>
            <p:ph type="body" sz="quarter" idx="11"/>
          </p:nvPr>
        </p:nvSpPr>
        <p:spPr>
          <a:xfrm>
            <a:off x="447923" y="1146125"/>
            <a:ext cx="3978604" cy="3626752"/>
          </a:xfrm>
        </p:spPr>
        <p:txBody>
          <a:bodyPr/>
          <a:lstStyle/>
          <a:p>
            <a:r>
              <a:rPr lang="en-US" sz="1600" b="0" dirty="0"/>
              <a:t>When you have a git repository, you have an additional directory called .git, which points at a mini-filesystem.   </a:t>
            </a:r>
          </a:p>
          <a:p>
            <a:endParaRPr lang="en-US" sz="1600" b="0" dirty="0"/>
          </a:p>
          <a:p>
            <a:r>
              <a:rPr lang="en-US" sz="1600" b="0" dirty="0"/>
              <a:t>This file system keeps all your data, plus the bells and whistles that git needs to do its job.  </a:t>
            </a:r>
          </a:p>
          <a:p>
            <a:endParaRPr lang="en-US" sz="1600" b="0" dirty="0"/>
          </a:p>
          <a:p>
            <a:r>
              <a:rPr lang="en-US" sz="1600" b="0" dirty="0"/>
              <a:t>All this sits on your local machine.</a:t>
            </a:r>
          </a:p>
          <a:p>
            <a:endParaRPr lang="en-US" sz="1600" dirty="0"/>
          </a:p>
        </p:txBody>
      </p:sp>
      <p:sp>
        <p:nvSpPr>
          <p:cNvPr id="3" name="Title 2">
            <a:extLst>
              <a:ext uri="{FF2B5EF4-FFF2-40B4-BE49-F238E27FC236}">
                <a16:creationId xmlns:a16="http://schemas.microsoft.com/office/drawing/2014/main" id="{7F32E5FA-1AC7-41E8-0BB3-FE231203960D}"/>
              </a:ext>
            </a:extLst>
          </p:cNvPr>
          <p:cNvSpPr>
            <a:spLocks noGrp="1"/>
          </p:cNvSpPr>
          <p:nvPr>
            <p:ph type="title"/>
          </p:nvPr>
        </p:nvSpPr>
        <p:spPr/>
        <p:txBody>
          <a:bodyPr/>
          <a:lstStyle/>
          <a:p>
            <a:r>
              <a:rPr lang="en-US" dirty="0"/>
              <a:t>Git</a:t>
            </a:r>
          </a:p>
        </p:txBody>
      </p:sp>
      <p:pic>
        <p:nvPicPr>
          <p:cNvPr id="9" name="Picture 8" descr="Diagram showing the structure of a Git repository">
            <a:extLst>
              <a:ext uri="{FF2B5EF4-FFF2-40B4-BE49-F238E27FC236}">
                <a16:creationId xmlns:a16="http://schemas.microsoft.com/office/drawing/2014/main" id="{F490B0D3-54C6-1469-604C-736928A6EDEB}"/>
              </a:ext>
            </a:extLst>
          </p:cNvPr>
          <p:cNvPicPr>
            <a:picLocks noChangeAspect="1"/>
          </p:cNvPicPr>
          <p:nvPr/>
        </p:nvPicPr>
        <p:blipFill>
          <a:blip r:embed="rId2"/>
          <a:stretch>
            <a:fillRect/>
          </a:stretch>
        </p:blipFill>
        <p:spPr>
          <a:xfrm>
            <a:off x="5155393" y="903163"/>
            <a:ext cx="3201607" cy="3509046"/>
          </a:xfrm>
          <a:prstGeom prst="rect">
            <a:avLst/>
          </a:prstGeom>
        </p:spPr>
      </p:pic>
    </p:spTree>
    <p:extLst>
      <p:ext uri="{BB962C8B-B14F-4D97-AF65-F5344CB8AC3E}">
        <p14:creationId xmlns:p14="http://schemas.microsoft.com/office/powerpoint/2010/main" val="3544458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FFFB7-A838-3F15-50FF-4C80DA4ED30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8C607C8-0FD4-34FB-5889-AE6B53CAAB05}"/>
              </a:ext>
            </a:extLst>
          </p:cNvPr>
          <p:cNvSpPr>
            <a:spLocks noGrp="1"/>
          </p:cNvSpPr>
          <p:nvPr>
            <p:ph type="body" sz="quarter" idx="11"/>
          </p:nvPr>
        </p:nvSpPr>
        <p:spPr>
          <a:xfrm>
            <a:off x="447923" y="1146125"/>
            <a:ext cx="7580786" cy="3626752"/>
          </a:xfrm>
        </p:spPr>
        <p:txBody>
          <a:bodyPr/>
          <a:lstStyle/>
          <a:p>
            <a:r>
              <a:rPr lang="en-US" b="0" dirty="0"/>
              <a:t>You edit your local files directly.</a:t>
            </a:r>
          </a:p>
          <a:p>
            <a:pPr lvl="1"/>
            <a:r>
              <a:rPr lang="en-US" b="0" dirty="0"/>
              <a:t>You can edit, add files, delete files, etc., using whatever tools you like.</a:t>
            </a:r>
          </a:p>
          <a:p>
            <a:pPr lvl="1"/>
            <a:r>
              <a:rPr lang="en-US" b="0" dirty="0"/>
              <a:t>This doesn’t change the mini-filesystem, so now your mini-fs is behind.</a:t>
            </a:r>
          </a:p>
          <a:p>
            <a:pPr marL="0" indent="0">
              <a:buNone/>
            </a:pPr>
            <a:endParaRPr lang="en-US" dirty="0"/>
          </a:p>
        </p:txBody>
      </p:sp>
      <p:sp>
        <p:nvSpPr>
          <p:cNvPr id="3" name="Title 2">
            <a:extLst>
              <a:ext uri="{FF2B5EF4-FFF2-40B4-BE49-F238E27FC236}">
                <a16:creationId xmlns:a16="http://schemas.microsoft.com/office/drawing/2014/main" id="{835A6C8C-9EA7-A98F-215B-B546CC71D2C9}"/>
              </a:ext>
            </a:extLst>
          </p:cNvPr>
          <p:cNvSpPr>
            <a:spLocks noGrp="1"/>
          </p:cNvSpPr>
          <p:nvPr>
            <p:ph type="title"/>
          </p:nvPr>
        </p:nvSpPr>
        <p:spPr/>
        <p:txBody>
          <a:bodyPr/>
          <a:lstStyle/>
          <a:p>
            <a:r>
              <a:rPr lang="en-US" dirty="0"/>
              <a:t>Your workflow (part 1)</a:t>
            </a:r>
          </a:p>
        </p:txBody>
      </p:sp>
    </p:spTree>
    <p:extLst>
      <p:ext uri="{BB962C8B-B14F-4D97-AF65-F5344CB8AC3E}">
        <p14:creationId xmlns:p14="http://schemas.microsoft.com/office/powerpoint/2010/main" val="3076191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EA39C-1925-A914-58E1-624A4C30B6E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B1E8552-172F-B23D-6423-F7478E4DA72F}"/>
              </a:ext>
            </a:extLst>
          </p:cNvPr>
          <p:cNvSpPr>
            <a:spLocks noGrp="1"/>
          </p:cNvSpPr>
          <p:nvPr>
            <p:ph type="body" sz="quarter" idx="11"/>
          </p:nvPr>
        </p:nvSpPr>
        <p:spPr>
          <a:xfrm>
            <a:off x="447923" y="1146125"/>
            <a:ext cx="4712895" cy="3626752"/>
          </a:xfrm>
        </p:spPr>
        <p:txBody>
          <a:bodyPr/>
          <a:lstStyle/>
          <a:p>
            <a:r>
              <a:rPr lang="en-US" b="0" dirty="0"/>
              <a:t>When you do a “commit”, you record all your local changes into the mini-fs.</a:t>
            </a:r>
          </a:p>
          <a:p>
            <a:endParaRPr lang="en-US" b="0" dirty="0"/>
          </a:p>
          <a:p>
            <a:r>
              <a:rPr lang="en-US" b="0" dirty="0"/>
              <a:t>The mini-fs is “append-only”.  Nothing is ever over-written there, so everything you ever commit can be recovered.</a:t>
            </a:r>
          </a:p>
        </p:txBody>
      </p:sp>
      <p:sp>
        <p:nvSpPr>
          <p:cNvPr id="3" name="Title 2">
            <a:extLst>
              <a:ext uri="{FF2B5EF4-FFF2-40B4-BE49-F238E27FC236}">
                <a16:creationId xmlns:a16="http://schemas.microsoft.com/office/drawing/2014/main" id="{68D2F58A-1782-3D46-45EA-77FFE6BCD1AB}"/>
              </a:ext>
            </a:extLst>
          </p:cNvPr>
          <p:cNvSpPr>
            <a:spLocks noGrp="1"/>
          </p:cNvSpPr>
          <p:nvPr>
            <p:ph type="title"/>
          </p:nvPr>
        </p:nvSpPr>
        <p:spPr/>
        <p:txBody>
          <a:bodyPr/>
          <a:lstStyle/>
          <a:p>
            <a:r>
              <a:rPr lang="en-US" dirty="0"/>
              <a:t>A Commit</a:t>
            </a:r>
          </a:p>
        </p:txBody>
      </p:sp>
      <p:pic>
        <p:nvPicPr>
          <p:cNvPr id="11" name="Picture 10" descr="Diagram showing the &quot;commit&quot; process">
            <a:extLst>
              <a:ext uri="{FF2B5EF4-FFF2-40B4-BE49-F238E27FC236}">
                <a16:creationId xmlns:a16="http://schemas.microsoft.com/office/drawing/2014/main" id="{E83E2FE7-2EEB-F558-5550-658D71549B11}"/>
              </a:ext>
            </a:extLst>
          </p:cNvPr>
          <p:cNvPicPr>
            <a:picLocks noChangeAspect="1"/>
          </p:cNvPicPr>
          <p:nvPr/>
        </p:nvPicPr>
        <p:blipFill>
          <a:blip r:embed="rId2"/>
          <a:stretch>
            <a:fillRect/>
          </a:stretch>
        </p:blipFill>
        <p:spPr>
          <a:xfrm>
            <a:off x="5013577" y="901431"/>
            <a:ext cx="3463901" cy="3796528"/>
          </a:xfrm>
          <a:prstGeom prst="rect">
            <a:avLst/>
          </a:prstGeom>
        </p:spPr>
      </p:pic>
    </p:spTree>
    <p:extLst>
      <p:ext uri="{BB962C8B-B14F-4D97-AF65-F5344CB8AC3E}">
        <p14:creationId xmlns:p14="http://schemas.microsoft.com/office/powerpoint/2010/main" val="70661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42400E-9EC7-F71B-F0F8-9055F3B3E5E8}"/>
              </a:ext>
            </a:extLst>
          </p:cNvPr>
          <p:cNvSpPr>
            <a:spLocks noGrp="1"/>
          </p:cNvSpPr>
          <p:nvPr>
            <p:ph type="body" sz="quarter" idx="11"/>
          </p:nvPr>
        </p:nvSpPr>
        <p:spPr>
          <a:xfrm>
            <a:off x="447923" y="1146125"/>
            <a:ext cx="8197114" cy="1229930"/>
          </a:xfrm>
        </p:spPr>
        <p:txBody>
          <a:bodyPr/>
          <a:lstStyle/>
          <a:p>
            <a:r>
              <a:rPr lang="en-US" sz="1600" b="0" dirty="0"/>
              <a:t>At the end of each work session, you need to save your changes on the server.  This is called a “push”.</a:t>
            </a:r>
          </a:p>
          <a:p>
            <a:pPr lvl="1"/>
            <a:endParaRPr lang="en-US" sz="1000" b="0" dirty="0"/>
          </a:p>
          <a:p>
            <a:pPr lvl="1"/>
            <a:r>
              <a:rPr lang="en-US" sz="1000" b="0" dirty="0"/>
              <a:t>Now all your data is backed up.</a:t>
            </a:r>
          </a:p>
          <a:p>
            <a:pPr lvl="1"/>
            <a:r>
              <a:rPr lang="en-US" sz="1000" b="0" dirty="0"/>
              <a:t>You can retrieve it, on your machine or some other machine.</a:t>
            </a:r>
          </a:p>
        </p:txBody>
      </p:sp>
      <p:sp>
        <p:nvSpPr>
          <p:cNvPr id="3" name="Title 2">
            <a:extLst>
              <a:ext uri="{FF2B5EF4-FFF2-40B4-BE49-F238E27FC236}">
                <a16:creationId xmlns:a16="http://schemas.microsoft.com/office/drawing/2014/main" id="{A41A5846-0752-096E-F559-6F768C14FCB9}"/>
              </a:ext>
            </a:extLst>
          </p:cNvPr>
          <p:cNvSpPr>
            <a:spLocks noGrp="1"/>
          </p:cNvSpPr>
          <p:nvPr>
            <p:ph type="title"/>
          </p:nvPr>
        </p:nvSpPr>
        <p:spPr/>
        <p:txBody>
          <a:bodyPr/>
          <a:lstStyle/>
          <a:p>
            <a:r>
              <a:rPr lang="en-US" dirty="0"/>
              <a:t>Synchronizing with the server (1)</a:t>
            </a:r>
          </a:p>
        </p:txBody>
      </p:sp>
      <p:pic>
        <p:nvPicPr>
          <p:cNvPr id="19" name="Picture 18" descr="Diagram showing synchronization of  &quot;your local machine&quot; with &quot; a server, somewhere on the internet like github.com through a PUSH">
            <a:extLst>
              <a:ext uri="{FF2B5EF4-FFF2-40B4-BE49-F238E27FC236}">
                <a16:creationId xmlns:a16="http://schemas.microsoft.com/office/drawing/2014/main" id="{AD73F8FD-FCF8-068F-1C72-B46375D6EA30}"/>
              </a:ext>
            </a:extLst>
          </p:cNvPr>
          <p:cNvPicPr>
            <a:picLocks noChangeAspect="1"/>
          </p:cNvPicPr>
          <p:nvPr/>
        </p:nvPicPr>
        <p:blipFill>
          <a:blip r:embed="rId2"/>
          <a:stretch>
            <a:fillRect/>
          </a:stretch>
        </p:blipFill>
        <p:spPr>
          <a:xfrm>
            <a:off x="774111" y="2510891"/>
            <a:ext cx="7012143" cy="3384459"/>
          </a:xfrm>
          <a:prstGeom prst="rect">
            <a:avLst/>
          </a:prstGeom>
        </p:spPr>
      </p:pic>
    </p:spTree>
    <p:extLst>
      <p:ext uri="{BB962C8B-B14F-4D97-AF65-F5344CB8AC3E}">
        <p14:creationId xmlns:p14="http://schemas.microsoft.com/office/powerpoint/2010/main" val="3114387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E01EE-6AF3-E654-CA66-FB606157A9B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7C5464-5209-2E30-8C97-18A33FD65205}"/>
              </a:ext>
            </a:extLst>
          </p:cNvPr>
          <p:cNvSpPr>
            <a:spLocks noGrp="1"/>
          </p:cNvSpPr>
          <p:nvPr>
            <p:ph type="body" sz="quarter" idx="11"/>
          </p:nvPr>
        </p:nvSpPr>
        <p:spPr>
          <a:xfrm>
            <a:off x="447923" y="1146125"/>
            <a:ext cx="8197114" cy="1229930"/>
          </a:xfrm>
        </p:spPr>
        <p:txBody>
          <a:bodyPr/>
          <a:lstStyle/>
          <a:p>
            <a:r>
              <a:rPr lang="en-US" sz="1200" b="0" dirty="0"/>
              <a:t>To retrieve your data from the server, you do a “pull”.  A “pull” takes the data from the server and puts it both in your local mini-fs and in your ordinary files.</a:t>
            </a:r>
          </a:p>
          <a:p>
            <a:endParaRPr lang="en-US" sz="1200" b="0" dirty="0"/>
          </a:p>
          <a:p>
            <a:r>
              <a:rPr lang="en-US" sz="1200" b="0" dirty="0"/>
              <a:t>If your local file has changed, git will merge the changes if possible.  If it can’t figure out how to the merge, you will get an error message.  We'll learn how to deal with these in the next lesson.</a:t>
            </a:r>
          </a:p>
        </p:txBody>
      </p:sp>
      <p:sp>
        <p:nvSpPr>
          <p:cNvPr id="3" name="Title 2">
            <a:extLst>
              <a:ext uri="{FF2B5EF4-FFF2-40B4-BE49-F238E27FC236}">
                <a16:creationId xmlns:a16="http://schemas.microsoft.com/office/drawing/2014/main" id="{37A62DE7-654B-6601-64AA-27BF25263C28}"/>
              </a:ext>
            </a:extLst>
          </p:cNvPr>
          <p:cNvSpPr>
            <a:spLocks noGrp="1"/>
          </p:cNvSpPr>
          <p:nvPr>
            <p:ph type="title"/>
          </p:nvPr>
        </p:nvSpPr>
        <p:spPr/>
        <p:txBody>
          <a:bodyPr/>
          <a:lstStyle/>
          <a:p>
            <a:r>
              <a:rPr lang="en-US" dirty="0"/>
              <a:t>Synchronizing with the server (2)</a:t>
            </a:r>
          </a:p>
        </p:txBody>
      </p:sp>
      <p:pic>
        <p:nvPicPr>
          <p:cNvPr id="15" name="Picture 14" descr="Diagram showing the pull process from &quot; a server like github.com back to &quot;your local machine&quot;">
            <a:extLst>
              <a:ext uri="{FF2B5EF4-FFF2-40B4-BE49-F238E27FC236}">
                <a16:creationId xmlns:a16="http://schemas.microsoft.com/office/drawing/2014/main" id="{F99D4DA9-C0F8-5FCA-9791-2B0B39BEC843}"/>
              </a:ext>
            </a:extLst>
          </p:cNvPr>
          <p:cNvPicPr>
            <a:picLocks noChangeAspect="1"/>
          </p:cNvPicPr>
          <p:nvPr/>
        </p:nvPicPr>
        <p:blipFill>
          <a:blip r:embed="rId2"/>
          <a:stretch>
            <a:fillRect/>
          </a:stretch>
        </p:blipFill>
        <p:spPr>
          <a:xfrm>
            <a:off x="1023493" y="2405496"/>
            <a:ext cx="5889925" cy="2842813"/>
          </a:xfrm>
          <a:prstGeom prst="rect">
            <a:avLst/>
          </a:prstGeom>
        </p:spPr>
      </p:pic>
    </p:spTree>
    <p:extLst>
      <p:ext uri="{BB962C8B-B14F-4D97-AF65-F5344CB8AC3E}">
        <p14:creationId xmlns:p14="http://schemas.microsoft.com/office/powerpoint/2010/main" val="2897238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5DFECD-CE1F-7278-B5FF-DCAF5F6311C7}"/>
              </a:ext>
            </a:extLst>
          </p:cNvPr>
          <p:cNvSpPr>
            <a:spLocks noGrp="1"/>
          </p:cNvSpPr>
          <p:nvPr>
            <p:ph type="title"/>
          </p:nvPr>
        </p:nvSpPr>
        <p:spPr/>
        <p:txBody>
          <a:bodyPr/>
          <a:lstStyle/>
          <a:p>
            <a:r>
              <a:rPr lang="en-US" dirty="0"/>
              <a:t>The Full Git Process</a:t>
            </a:r>
          </a:p>
        </p:txBody>
      </p:sp>
      <p:pic>
        <p:nvPicPr>
          <p:cNvPr id="31" name="Picture 30" descr="Diagram showing the full Git process from push, to pull, to pull, to commit">
            <a:extLst>
              <a:ext uri="{FF2B5EF4-FFF2-40B4-BE49-F238E27FC236}">
                <a16:creationId xmlns:a16="http://schemas.microsoft.com/office/drawing/2014/main" id="{BC687071-F981-3EDE-BD71-A1CDBAB5E655}"/>
              </a:ext>
            </a:extLst>
          </p:cNvPr>
          <p:cNvPicPr>
            <a:picLocks noChangeAspect="1"/>
          </p:cNvPicPr>
          <p:nvPr/>
        </p:nvPicPr>
        <p:blipFill>
          <a:blip r:embed="rId2"/>
          <a:stretch>
            <a:fillRect/>
          </a:stretch>
        </p:blipFill>
        <p:spPr>
          <a:xfrm>
            <a:off x="396434" y="1156370"/>
            <a:ext cx="8248603" cy="3987130"/>
          </a:xfrm>
          <a:prstGeom prst="rect">
            <a:avLst/>
          </a:prstGeom>
        </p:spPr>
      </p:pic>
    </p:spTree>
    <p:extLst>
      <p:ext uri="{BB962C8B-B14F-4D97-AF65-F5344CB8AC3E}">
        <p14:creationId xmlns:p14="http://schemas.microsoft.com/office/powerpoint/2010/main" val="14567453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ABFA7-78B7-A538-1D7E-22790975048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73A76B-512D-7EA3-1B58-AD5B592B3801}"/>
              </a:ext>
            </a:extLst>
          </p:cNvPr>
          <p:cNvSpPr>
            <a:spLocks noGrp="1"/>
          </p:cNvSpPr>
          <p:nvPr>
            <p:ph type="body" sz="quarter" idx="11"/>
          </p:nvPr>
        </p:nvSpPr>
        <p:spPr>
          <a:xfrm>
            <a:off x="447923" y="1146125"/>
            <a:ext cx="4712895" cy="3626752"/>
          </a:xfrm>
        </p:spPr>
        <p:txBody>
          <a:bodyPr/>
          <a:lstStyle/>
          <a:p>
            <a:r>
              <a:rPr lang="en-US" sz="2000" b="0" dirty="0"/>
              <a:t>Best practice: commit your work whenever you’ve gotten one part of your problem working, or before trying something that might fail.</a:t>
            </a:r>
          </a:p>
          <a:p>
            <a:endParaRPr lang="en-US" sz="2000" b="0" dirty="0"/>
          </a:p>
          <a:p>
            <a:r>
              <a:rPr lang="en-US" sz="2000" b="0" dirty="0"/>
              <a:t>If your new stuff is screwed up, you can always “revert” to your last good commit.</a:t>
            </a:r>
          </a:p>
        </p:txBody>
      </p:sp>
      <p:sp>
        <p:nvSpPr>
          <p:cNvPr id="3" name="Title 2">
            <a:extLst>
              <a:ext uri="{FF2B5EF4-FFF2-40B4-BE49-F238E27FC236}">
                <a16:creationId xmlns:a16="http://schemas.microsoft.com/office/drawing/2014/main" id="{6051410A-8153-1D48-7814-03360631797F}"/>
              </a:ext>
            </a:extLst>
          </p:cNvPr>
          <p:cNvSpPr>
            <a:spLocks noGrp="1"/>
          </p:cNvSpPr>
          <p:nvPr>
            <p:ph type="title"/>
          </p:nvPr>
        </p:nvSpPr>
        <p:spPr/>
        <p:txBody>
          <a:bodyPr/>
          <a:lstStyle/>
          <a:p>
            <a:r>
              <a:rPr lang="en-US" dirty="0"/>
              <a:t>Your Workflow</a:t>
            </a:r>
          </a:p>
        </p:txBody>
      </p:sp>
      <p:pic>
        <p:nvPicPr>
          <p:cNvPr id="21" name="Picture 20" descr="process steps of workflow might be: sync.edit.commit.edit.commit.edit.commit.sync">
            <a:extLst>
              <a:ext uri="{FF2B5EF4-FFF2-40B4-BE49-F238E27FC236}">
                <a16:creationId xmlns:a16="http://schemas.microsoft.com/office/drawing/2014/main" id="{DBAE02CB-84E1-E735-D731-3DE9D7900FB3}"/>
              </a:ext>
            </a:extLst>
          </p:cNvPr>
          <p:cNvPicPr>
            <a:picLocks noChangeAspect="1"/>
          </p:cNvPicPr>
          <p:nvPr/>
        </p:nvPicPr>
        <p:blipFill>
          <a:blip r:embed="rId2"/>
          <a:stretch>
            <a:fillRect/>
          </a:stretch>
        </p:blipFill>
        <p:spPr>
          <a:xfrm>
            <a:off x="5678349" y="346038"/>
            <a:ext cx="955250" cy="4648883"/>
          </a:xfrm>
          <a:prstGeom prst="rect">
            <a:avLst/>
          </a:prstGeom>
        </p:spPr>
      </p:pic>
    </p:spTree>
    <p:extLst>
      <p:ext uri="{BB962C8B-B14F-4D97-AF65-F5344CB8AC3E}">
        <p14:creationId xmlns:p14="http://schemas.microsoft.com/office/powerpoint/2010/main" val="3994088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49C44-7DA0-79E8-5C21-A6773932674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313C78-ECDA-D93E-C344-04919A8B0E71}"/>
              </a:ext>
            </a:extLst>
          </p:cNvPr>
          <p:cNvSpPr>
            <a:spLocks noGrp="1"/>
          </p:cNvSpPr>
          <p:nvPr>
            <p:ph type="title"/>
          </p:nvPr>
        </p:nvSpPr>
        <p:spPr/>
        <p:txBody>
          <a:bodyPr/>
          <a:lstStyle/>
          <a:p>
            <a:r>
              <a:rPr lang="en-US" dirty="0"/>
              <a:t>Your Workflow with Others</a:t>
            </a:r>
          </a:p>
        </p:txBody>
      </p:sp>
      <p:pic>
        <p:nvPicPr>
          <p:cNvPr id="65" name="Picture 64" descr="Diagram showing a more complex workflow with others where You synch to a server, which syncs with Your Partner on another computer, and perhaps edits and commits before syncing back through the server to you. Your Partner gets you work from the server and you get your partner's work from the server.">
            <a:extLst>
              <a:ext uri="{FF2B5EF4-FFF2-40B4-BE49-F238E27FC236}">
                <a16:creationId xmlns:a16="http://schemas.microsoft.com/office/drawing/2014/main" id="{79E7A1C8-1BE4-F018-5F7D-A11CFBA62D3B}"/>
              </a:ext>
            </a:extLst>
          </p:cNvPr>
          <p:cNvPicPr>
            <a:picLocks noChangeAspect="1"/>
          </p:cNvPicPr>
          <p:nvPr/>
        </p:nvPicPr>
        <p:blipFill>
          <a:blip r:embed="rId2"/>
          <a:stretch>
            <a:fillRect/>
          </a:stretch>
        </p:blipFill>
        <p:spPr>
          <a:xfrm>
            <a:off x="1277379" y="1069410"/>
            <a:ext cx="5864639" cy="4150289"/>
          </a:xfrm>
          <a:prstGeom prst="rect">
            <a:avLst/>
          </a:prstGeom>
        </p:spPr>
      </p:pic>
    </p:spTree>
    <p:extLst>
      <p:ext uri="{BB962C8B-B14F-4D97-AF65-F5344CB8AC3E}">
        <p14:creationId xmlns:p14="http://schemas.microsoft.com/office/powerpoint/2010/main" val="2565331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C759FD-117C-ACEC-0BC2-A61E3FAE3B10}"/>
              </a:ext>
            </a:extLst>
          </p:cNvPr>
          <p:cNvSpPr>
            <a:spLocks noGrp="1"/>
          </p:cNvSpPr>
          <p:nvPr>
            <p:ph type="title"/>
          </p:nvPr>
        </p:nvSpPr>
        <p:spPr/>
        <p:txBody>
          <a:bodyPr/>
          <a:lstStyle/>
          <a:p>
            <a:r>
              <a:rPr lang="en-US" dirty="0"/>
              <a:t>Common Git commands</a:t>
            </a:r>
          </a:p>
        </p:txBody>
      </p:sp>
      <p:graphicFrame>
        <p:nvGraphicFramePr>
          <p:cNvPr id="4" name="Table 3">
            <a:extLst>
              <a:ext uri="{FF2B5EF4-FFF2-40B4-BE49-F238E27FC236}">
                <a16:creationId xmlns:a16="http://schemas.microsoft.com/office/drawing/2014/main" id="{11387B74-E710-D670-AB37-B0AAF42752BA}"/>
              </a:ext>
            </a:extLst>
          </p:cNvPr>
          <p:cNvGraphicFramePr>
            <a:graphicFrameLocks noGrp="1"/>
          </p:cNvGraphicFramePr>
          <p:nvPr>
            <p:extLst>
              <p:ext uri="{D42A27DB-BD31-4B8C-83A1-F6EECF244321}">
                <p14:modId xmlns:p14="http://schemas.microsoft.com/office/powerpoint/2010/main" val="3547940419"/>
              </p:ext>
            </p:extLst>
          </p:nvPr>
        </p:nvGraphicFramePr>
        <p:xfrm>
          <a:off x="460375" y="1146126"/>
          <a:ext cx="8184662" cy="2883604"/>
        </p:xfrm>
        <a:graphic>
          <a:graphicData uri="http://schemas.openxmlformats.org/drawingml/2006/table">
            <a:tbl>
              <a:tblPr/>
              <a:tblGrid>
                <a:gridCol w="2525893">
                  <a:extLst>
                    <a:ext uri="{9D8B030D-6E8A-4147-A177-3AD203B41FA5}">
                      <a16:colId xmlns:a16="http://schemas.microsoft.com/office/drawing/2014/main" val="647393693"/>
                    </a:ext>
                  </a:extLst>
                </a:gridCol>
                <a:gridCol w="5658769">
                  <a:extLst>
                    <a:ext uri="{9D8B030D-6E8A-4147-A177-3AD203B41FA5}">
                      <a16:colId xmlns:a16="http://schemas.microsoft.com/office/drawing/2014/main" val="3598590360"/>
                    </a:ext>
                  </a:extLst>
                </a:gridCol>
              </a:tblGrid>
              <a:tr h="210941">
                <a:tc>
                  <a:txBody>
                    <a:bodyPr/>
                    <a:lstStyle/>
                    <a:p>
                      <a:pPr>
                        <a:buNone/>
                      </a:pPr>
                      <a:r>
                        <a:rPr lang="en-US" sz="1200"/>
                        <a:t>Command</a:t>
                      </a:r>
                    </a:p>
                  </a:txBody>
                  <a:tcPr marL="60413" marR="60413" marT="30207" marB="30207" anchor="ctr">
                    <a:lnL>
                      <a:noFill/>
                    </a:lnL>
                    <a:lnR>
                      <a:noFill/>
                    </a:lnR>
                    <a:lnT>
                      <a:noFill/>
                    </a:lnT>
                    <a:lnB>
                      <a:noFill/>
                    </a:lnB>
                    <a:noFill/>
                  </a:tcPr>
                </a:tc>
                <a:tc>
                  <a:txBody>
                    <a:bodyPr/>
                    <a:lstStyle/>
                    <a:p>
                      <a:pPr>
                        <a:buNone/>
                      </a:pPr>
                      <a:r>
                        <a:rPr lang="en-US" sz="1200" dirty="0"/>
                        <a:t>Purpose</a:t>
                      </a:r>
                    </a:p>
                  </a:txBody>
                  <a:tcPr marL="60413" marR="60413" marT="30207" marB="30207" anchor="ctr">
                    <a:lnL>
                      <a:noFill/>
                    </a:lnL>
                    <a:lnR>
                      <a:noFill/>
                    </a:lnR>
                    <a:lnT>
                      <a:noFill/>
                    </a:lnT>
                    <a:lnB>
                      <a:noFill/>
                    </a:lnB>
                    <a:noFill/>
                  </a:tcPr>
                </a:tc>
                <a:extLst>
                  <a:ext uri="{0D108BD9-81ED-4DB2-BD59-A6C34878D82A}">
                    <a16:rowId xmlns:a16="http://schemas.microsoft.com/office/drawing/2014/main" val="3096216372"/>
                  </a:ext>
                </a:extLst>
              </a:tr>
              <a:tr h="528062">
                <a:tc>
                  <a:txBody>
                    <a:bodyPr/>
                    <a:lstStyle/>
                    <a:p>
                      <a:pPr>
                        <a:buNone/>
                      </a:pPr>
                      <a:r>
                        <a:rPr lang="en-US" sz="1200" b="1">
                          <a:latin typeface="Courier New" panose="02070309020205020404" pitchFamily="49" charset="0"/>
                        </a:rPr>
                        <a:t>git status</a:t>
                      </a:r>
                      <a:endParaRPr lang="en-US" sz="1200"/>
                    </a:p>
                  </a:txBody>
                  <a:tcPr marL="60413" marR="60413" marT="30207" marB="30207" anchor="ctr">
                    <a:lnL>
                      <a:noFill/>
                    </a:lnL>
                    <a:lnR>
                      <a:noFill/>
                    </a:lnR>
                    <a:lnT>
                      <a:noFill/>
                    </a:lnT>
                    <a:lnB>
                      <a:noFill/>
                    </a:lnB>
                    <a:noFill/>
                  </a:tcPr>
                </a:tc>
                <a:tc>
                  <a:txBody>
                    <a:bodyPr/>
                    <a:lstStyle/>
                    <a:p>
                      <a:pPr>
                        <a:buNone/>
                      </a:pPr>
                      <a:r>
                        <a:rPr lang="en-US" sz="1200" dirty="0"/>
                        <a:t>Shows the current state of your repository, including modified files, staged files, and untracked files.</a:t>
                      </a:r>
                    </a:p>
                  </a:txBody>
                  <a:tcPr marL="60413" marR="60413" marT="30207" marB="30207" anchor="ctr">
                    <a:lnL>
                      <a:noFill/>
                    </a:lnL>
                    <a:lnR>
                      <a:noFill/>
                    </a:lnR>
                    <a:lnT>
                      <a:noFill/>
                    </a:lnT>
                    <a:lnB>
                      <a:noFill/>
                    </a:lnB>
                    <a:noFill/>
                  </a:tcPr>
                </a:tc>
                <a:extLst>
                  <a:ext uri="{0D108BD9-81ED-4DB2-BD59-A6C34878D82A}">
                    <a16:rowId xmlns:a16="http://schemas.microsoft.com/office/drawing/2014/main" val="3061745698"/>
                  </a:ext>
                </a:extLst>
              </a:tr>
              <a:tr h="528062">
                <a:tc>
                  <a:txBody>
                    <a:bodyPr/>
                    <a:lstStyle/>
                    <a:p>
                      <a:pPr>
                        <a:buNone/>
                      </a:pPr>
                      <a:r>
                        <a:rPr lang="en-US" sz="1200" b="1">
                          <a:latin typeface="Courier New" panose="02070309020205020404" pitchFamily="49" charset="0"/>
                        </a:rPr>
                        <a:t>git add &lt;file&gt;</a:t>
                      </a:r>
                      <a:endParaRPr lang="en-US" sz="1200"/>
                    </a:p>
                  </a:txBody>
                  <a:tcPr marL="60413" marR="60413" marT="30207" marB="30207" anchor="ctr">
                    <a:lnL>
                      <a:noFill/>
                    </a:lnL>
                    <a:lnR>
                      <a:noFill/>
                    </a:lnR>
                    <a:lnT>
                      <a:noFill/>
                    </a:lnT>
                    <a:lnB>
                      <a:noFill/>
                    </a:lnB>
                    <a:noFill/>
                  </a:tcPr>
                </a:tc>
                <a:tc>
                  <a:txBody>
                    <a:bodyPr/>
                    <a:lstStyle/>
                    <a:p>
                      <a:pPr>
                        <a:buNone/>
                      </a:pPr>
                      <a:r>
                        <a:rPr lang="en-US" sz="1200"/>
                        <a:t>Stages changes, telling Git which files should be included in the next commit. Use </a:t>
                      </a:r>
                      <a:r>
                        <a:rPr lang="en-US" sz="1200">
                          <a:latin typeface="Courier New" panose="02070309020205020404" pitchFamily="49" charset="0"/>
                        </a:rPr>
                        <a:t>git add .</a:t>
                      </a:r>
                      <a:r>
                        <a:rPr lang="en-US" sz="1200"/>
                        <a:t> to stage all changes.</a:t>
                      </a:r>
                    </a:p>
                  </a:txBody>
                  <a:tcPr marL="60413" marR="60413" marT="30207" marB="30207" anchor="ctr">
                    <a:lnL>
                      <a:noFill/>
                    </a:lnL>
                    <a:lnR>
                      <a:noFill/>
                    </a:lnR>
                    <a:lnT>
                      <a:noFill/>
                    </a:lnT>
                    <a:lnB>
                      <a:noFill/>
                    </a:lnB>
                    <a:noFill/>
                  </a:tcPr>
                </a:tc>
                <a:extLst>
                  <a:ext uri="{0D108BD9-81ED-4DB2-BD59-A6C34878D82A}">
                    <a16:rowId xmlns:a16="http://schemas.microsoft.com/office/drawing/2014/main" val="4122524646"/>
                  </a:ext>
                </a:extLst>
              </a:tr>
              <a:tr h="528062">
                <a:tc>
                  <a:txBody>
                    <a:bodyPr/>
                    <a:lstStyle/>
                    <a:p>
                      <a:pPr>
                        <a:buNone/>
                      </a:pPr>
                      <a:r>
                        <a:rPr lang="en-US" sz="1200" b="1">
                          <a:latin typeface="Courier New" panose="02070309020205020404" pitchFamily="49" charset="0"/>
                        </a:rPr>
                        <a:t>git commit -m "message"</a:t>
                      </a:r>
                      <a:endParaRPr lang="en-US" sz="1200"/>
                    </a:p>
                  </a:txBody>
                  <a:tcPr marL="60413" marR="60413" marT="30207" marB="30207" anchor="ctr">
                    <a:lnL>
                      <a:noFill/>
                    </a:lnL>
                    <a:lnR>
                      <a:noFill/>
                    </a:lnR>
                    <a:lnT>
                      <a:noFill/>
                    </a:lnT>
                    <a:lnB>
                      <a:noFill/>
                    </a:lnB>
                    <a:noFill/>
                  </a:tcPr>
                </a:tc>
                <a:tc>
                  <a:txBody>
                    <a:bodyPr/>
                    <a:lstStyle/>
                    <a:p>
                      <a:pPr>
                        <a:buNone/>
                      </a:pPr>
                      <a:r>
                        <a:rPr lang="en-US" sz="1200"/>
                        <a:t>Creates a snapshot of the staged changes and saves it to the repository history with a descriptive message.</a:t>
                      </a:r>
                    </a:p>
                  </a:txBody>
                  <a:tcPr marL="60413" marR="60413" marT="30207" marB="30207" anchor="ctr">
                    <a:lnL>
                      <a:noFill/>
                    </a:lnL>
                    <a:lnR>
                      <a:noFill/>
                    </a:lnR>
                    <a:lnT>
                      <a:noFill/>
                    </a:lnT>
                    <a:lnB>
                      <a:noFill/>
                    </a:lnB>
                    <a:noFill/>
                  </a:tcPr>
                </a:tc>
                <a:extLst>
                  <a:ext uri="{0D108BD9-81ED-4DB2-BD59-A6C34878D82A}">
                    <a16:rowId xmlns:a16="http://schemas.microsoft.com/office/drawing/2014/main" val="708577231"/>
                  </a:ext>
                </a:extLst>
              </a:tr>
              <a:tr h="528062">
                <a:tc>
                  <a:txBody>
                    <a:bodyPr/>
                    <a:lstStyle/>
                    <a:p>
                      <a:pPr>
                        <a:buNone/>
                      </a:pPr>
                      <a:r>
                        <a:rPr lang="en-US" sz="1200" b="1">
                          <a:latin typeface="Courier New" panose="02070309020205020404" pitchFamily="49" charset="0"/>
                        </a:rPr>
                        <a:t>git push</a:t>
                      </a:r>
                      <a:endParaRPr lang="en-US" sz="1200"/>
                    </a:p>
                  </a:txBody>
                  <a:tcPr marL="60413" marR="60413" marT="30207" marB="30207" anchor="ctr">
                    <a:lnL>
                      <a:noFill/>
                    </a:lnL>
                    <a:lnR>
                      <a:noFill/>
                    </a:lnR>
                    <a:lnT>
                      <a:noFill/>
                    </a:lnT>
                    <a:lnB>
                      <a:noFill/>
                    </a:lnB>
                    <a:noFill/>
                  </a:tcPr>
                </a:tc>
                <a:tc>
                  <a:txBody>
                    <a:bodyPr/>
                    <a:lstStyle/>
                    <a:p>
                      <a:pPr>
                        <a:buNone/>
                      </a:pPr>
                      <a:r>
                        <a:rPr lang="en-US" sz="1200"/>
                        <a:t>Uploads your local commits to a remote repository (such as GitHub) so others can access them.</a:t>
                      </a:r>
                    </a:p>
                  </a:txBody>
                  <a:tcPr marL="60413" marR="60413" marT="30207" marB="30207" anchor="ctr">
                    <a:lnL>
                      <a:noFill/>
                    </a:lnL>
                    <a:lnR>
                      <a:noFill/>
                    </a:lnR>
                    <a:lnT>
                      <a:noFill/>
                    </a:lnT>
                    <a:lnB>
                      <a:noFill/>
                    </a:lnB>
                    <a:noFill/>
                  </a:tcPr>
                </a:tc>
                <a:extLst>
                  <a:ext uri="{0D108BD9-81ED-4DB2-BD59-A6C34878D82A}">
                    <a16:rowId xmlns:a16="http://schemas.microsoft.com/office/drawing/2014/main" val="683855293"/>
                  </a:ext>
                </a:extLst>
              </a:tr>
              <a:tr h="528062">
                <a:tc>
                  <a:txBody>
                    <a:bodyPr/>
                    <a:lstStyle/>
                    <a:p>
                      <a:pPr>
                        <a:buNone/>
                      </a:pPr>
                      <a:r>
                        <a:rPr lang="en-US" sz="1200" b="1">
                          <a:latin typeface="Courier New" panose="02070309020205020404" pitchFamily="49" charset="0"/>
                        </a:rPr>
                        <a:t>git pull</a:t>
                      </a:r>
                      <a:endParaRPr lang="en-US" sz="1200"/>
                    </a:p>
                  </a:txBody>
                  <a:tcPr marL="60413" marR="60413" marT="30207" marB="30207" anchor="ctr">
                    <a:lnL>
                      <a:noFill/>
                    </a:lnL>
                    <a:lnR>
                      <a:noFill/>
                    </a:lnR>
                    <a:lnT>
                      <a:noFill/>
                    </a:lnT>
                    <a:lnB>
                      <a:noFill/>
                    </a:lnB>
                    <a:noFill/>
                  </a:tcPr>
                </a:tc>
                <a:tc>
                  <a:txBody>
                    <a:bodyPr/>
                    <a:lstStyle/>
                    <a:p>
                      <a:pPr>
                        <a:buNone/>
                      </a:pPr>
                      <a:r>
                        <a:rPr lang="en-US" sz="1200" dirty="0"/>
                        <a:t>Downloads the latest changes from the remote repository and merges them into your local branch.</a:t>
                      </a:r>
                    </a:p>
                  </a:txBody>
                  <a:tcPr marL="60413" marR="60413" marT="30207" marB="30207" anchor="ctr">
                    <a:lnL>
                      <a:noFill/>
                    </a:lnL>
                    <a:lnR>
                      <a:noFill/>
                    </a:lnR>
                    <a:lnT>
                      <a:noFill/>
                    </a:lnT>
                    <a:lnB>
                      <a:noFill/>
                    </a:lnB>
                    <a:noFill/>
                  </a:tcPr>
                </a:tc>
                <a:extLst>
                  <a:ext uri="{0D108BD9-81ED-4DB2-BD59-A6C34878D82A}">
                    <a16:rowId xmlns:a16="http://schemas.microsoft.com/office/drawing/2014/main" val="2832635516"/>
                  </a:ext>
                </a:extLst>
              </a:tr>
            </a:tbl>
          </a:graphicData>
        </a:graphic>
      </p:graphicFrame>
    </p:spTree>
    <p:extLst>
      <p:ext uri="{BB962C8B-B14F-4D97-AF65-F5344CB8AC3E}">
        <p14:creationId xmlns:p14="http://schemas.microsoft.com/office/powerpoint/2010/main" val="2170366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86807-CADB-9B0B-5AF0-334B6358BEB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5252F3-9E1A-E091-8953-4852122ADC80}"/>
              </a:ext>
            </a:extLst>
          </p:cNvPr>
          <p:cNvSpPr>
            <a:spLocks noGrp="1"/>
          </p:cNvSpPr>
          <p:nvPr>
            <p:ph type="title"/>
          </p:nvPr>
        </p:nvSpPr>
        <p:spPr/>
        <p:txBody>
          <a:bodyPr/>
          <a:lstStyle/>
          <a:p>
            <a:r>
              <a:rPr lang="en-US" dirty="0" err="1"/>
              <a:t>Github</a:t>
            </a:r>
            <a:r>
              <a:rPr lang="en-US" dirty="0"/>
              <a:t> Demo</a:t>
            </a:r>
          </a:p>
        </p:txBody>
      </p:sp>
    </p:spTree>
    <p:extLst>
      <p:ext uri="{BB962C8B-B14F-4D97-AF65-F5344CB8AC3E}">
        <p14:creationId xmlns:p14="http://schemas.microsoft.com/office/powerpoint/2010/main" val="1380801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E82DA7-DEE7-5784-CC6F-7FED15E5DBBA}"/>
              </a:ext>
            </a:extLst>
          </p:cNvPr>
          <p:cNvSpPr>
            <a:spLocks noGrp="1"/>
          </p:cNvSpPr>
          <p:nvPr>
            <p:ph type="body" sz="quarter" idx="11"/>
          </p:nvPr>
        </p:nvSpPr>
        <p:spPr/>
        <p:txBody>
          <a:bodyPr/>
          <a:lstStyle/>
          <a:p>
            <a:r>
              <a:rPr lang="en-US" b="0" dirty="0"/>
              <a:t>Please complete the end course survey on Canvas.</a:t>
            </a:r>
          </a:p>
          <a:p>
            <a:pPr marL="0" indent="0">
              <a:buNone/>
            </a:pPr>
            <a:endParaRPr lang="en-US" b="0" dirty="0"/>
          </a:p>
          <a:p>
            <a:r>
              <a:rPr lang="en-US" b="0" dirty="0"/>
              <a:t>I will submit your final grades one week after the final  assignment due date.</a:t>
            </a:r>
          </a:p>
          <a:p>
            <a:endParaRPr lang="en-US" b="0" dirty="0"/>
          </a:p>
          <a:p>
            <a:r>
              <a:rPr lang="en-US" b="0" dirty="0"/>
              <a:t>Thank you for all your patience and feedback!</a:t>
            </a:r>
          </a:p>
          <a:p>
            <a:endParaRPr lang="en-US" dirty="0"/>
          </a:p>
          <a:p>
            <a:r>
              <a:rPr lang="en-US" b="0" dirty="0"/>
              <a:t>Let’s keep in touch! </a:t>
            </a:r>
            <a:r>
              <a:rPr lang="en-US" b="0" dirty="0">
                <a:hlinkClick r:id="rId2"/>
              </a:rPr>
              <a:t>https://www.linkedin.com/in/robertoreif/</a:t>
            </a:r>
            <a:r>
              <a:rPr lang="en-US" b="0" dirty="0"/>
              <a:t> </a:t>
            </a:r>
          </a:p>
          <a:p>
            <a:endParaRPr lang="en-US" dirty="0"/>
          </a:p>
        </p:txBody>
      </p:sp>
      <p:sp>
        <p:nvSpPr>
          <p:cNvPr id="3" name="Title 2">
            <a:extLst>
              <a:ext uri="{FF2B5EF4-FFF2-40B4-BE49-F238E27FC236}">
                <a16:creationId xmlns:a16="http://schemas.microsoft.com/office/drawing/2014/main" id="{A8CE2E11-7269-BE47-E966-960DA7012317}"/>
              </a:ext>
            </a:extLst>
          </p:cNvPr>
          <p:cNvSpPr>
            <a:spLocks noGrp="1"/>
          </p:cNvSpPr>
          <p:nvPr>
            <p:ph type="title"/>
          </p:nvPr>
        </p:nvSpPr>
        <p:spPr/>
        <p:txBody>
          <a:bodyPr/>
          <a:lstStyle/>
          <a:p>
            <a:r>
              <a:rPr lang="en-US" spc="-5" dirty="0"/>
              <a:t>Farewell,</a:t>
            </a:r>
            <a:r>
              <a:rPr lang="en-US" spc="10" dirty="0"/>
              <a:t> </a:t>
            </a:r>
            <a:r>
              <a:rPr lang="en-US" spc="-5" dirty="0"/>
              <a:t>and</a:t>
            </a:r>
            <a:r>
              <a:rPr lang="en-US" spc="5" dirty="0"/>
              <a:t> </a:t>
            </a:r>
            <a:r>
              <a:rPr lang="en-US" dirty="0"/>
              <a:t>stay</a:t>
            </a:r>
            <a:r>
              <a:rPr lang="en-US" spc="-10" dirty="0"/>
              <a:t> </a:t>
            </a:r>
            <a:r>
              <a:rPr lang="en-US" spc="-5" dirty="0"/>
              <a:t>connected</a:t>
            </a:r>
            <a:r>
              <a:rPr lang="en-US" spc="70" dirty="0"/>
              <a:t> </a:t>
            </a:r>
            <a:r>
              <a:rPr lang="en-US" dirty="0">
                <a:latin typeface="Wingdings"/>
                <a:cs typeface="Wingdings"/>
              </a:rPr>
              <a:t></a:t>
            </a:r>
            <a:endParaRPr lang="en-US" dirty="0"/>
          </a:p>
        </p:txBody>
      </p:sp>
    </p:spTree>
    <p:extLst>
      <p:ext uri="{BB962C8B-B14F-4D97-AF65-F5344CB8AC3E}">
        <p14:creationId xmlns:p14="http://schemas.microsoft.com/office/powerpoint/2010/main" val="1856406610"/>
      </p:ext>
    </p:extLst>
  </p:cSld>
  <p:clrMapOvr>
    <a:masterClrMapping/>
  </p:clrMapOvr>
</p:sld>
</file>

<file path=ppt/theme/theme1.xml><?xml version="1.0" encoding="utf-8"?>
<a:theme xmlns:a="http://schemas.openxmlformats.org/drawingml/2006/main" name="Custom Design">
  <a:themeElements>
    <a:clrScheme name="4b2e83">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4b2e83">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ustom Design">
  <a:themeElements>
    <a:clrScheme name="Custom 2">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ED8D943CA1FE04B9167B54FE8D1B3AB" ma:contentTypeVersion="" ma:contentTypeDescription="Create a new document." ma:contentTypeScope="" ma:versionID="c2c816bc779be5cb7e9239ff62af7b94">
  <xsd:schema xmlns:xsd="http://www.w3.org/2001/XMLSchema" xmlns:xs="http://www.w3.org/2001/XMLSchema" xmlns:p="http://schemas.microsoft.com/office/2006/metadata/properties" xmlns:ns2="4CEB918A-7F84-4AD6-BAC8-88EB577F5231" xmlns:ns3="5ab04d5f-2642-46b6-a8f2-2073427da398" targetNamespace="http://schemas.microsoft.com/office/2006/metadata/properties" ma:root="true" ma:fieldsID="9a44b7447ff42f7e7f386f6f41d2a158" ns2:_="" ns3:_="">
    <xsd:import namespace="4CEB918A-7F84-4AD6-BAC8-88EB577F5231"/>
    <xsd:import namespace="5ab04d5f-2642-46b6-a8f2-2073427da39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EB918A-7F84-4AD6-BAC8-88EB577F5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b04d5f-2642-46b6-a8f2-2073427da39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5E2374-C840-4E4C-AC14-BA1C6AC8E6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EB918A-7F84-4AD6-BAC8-88EB577F5231"/>
    <ds:schemaRef ds:uri="5ab04d5f-2642-46b6-a8f2-2073427da3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2339F0E-98CB-4382-B839-414EC21B8BA4}">
  <ds:schemaRefs>
    <ds:schemaRef ds:uri="http://schemas.microsoft.com/sharepoint/v3/contenttype/forms"/>
  </ds:schemaRefs>
</ds:datastoreItem>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
  <TotalTime>12411</TotalTime>
  <Words>1842</Words>
  <Application>Microsoft Macintosh PowerPoint</Application>
  <PresentationFormat>On-screen Show (16:9)</PresentationFormat>
  <Paragraphs>210</Paragraphs>
  <Slides>37</Slides>
  <Notes>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37</vt:i4>
      </vt:variant>
    </vt:vector>
  </HeadingPairs>
  <TitlesOfParts>
    <vt:vector size="50" baseType="lpstr">
      <vt:lpstr>Arial</vt:lpstr>
      <vt:lpstr>Calibri</vt:lpstr>
      <vt:lpstr>Courier New</vt:lpstr>
      <vt:lpstr>Encode Sans Normal Black</vt:lpstr>
      <vt:lpstr>Lucida Console</vt:lpstr>
      <vt:lpstr>Lucida Grande</vt:lpstr>
      <vt:lpstr>Open Sans</vt:lpstr>
      <vt:lpstr>Open Sans Light</vt:lpstr>
      <vt:lpstr>Uni Sans</vt:lpstr>
      <vt:lpstr>Wingdings</vt:lpstr>
      <vt:lpstr>Custom Design</vt:lpstr>
      <vt:lpstr>2_Custom Design</vt:lpstr>
      <vt:lpstr>1_Custom Design</vt:lpstr>
      <vt:lpstr>Foundations of Data Science</vt:lpstr>
      <vt:lpstr>Agenda</vt:lpstr>
      <vt:lpstr>Learning Objectives</vt:lpstr>
      <vt:lpstr>Installation</vt:lpstr>
      <vt:lpstr>What is an API?</vt:lpstr>
      <vt:lpstr>API Notes</vt:lpstr>
      <vt:lpstr>Representational State Transfer (REST) API Service</vt:lpstr>
      <vt:lpstr>API Response Codes</vt:lpstr>
      <vt:lpstr>API Notes</vt:lpstr>
      <vt:lpstr>When are APIs used?</vt:lpstr>
      <vt:lpstr>When are APIs used?</vt:lpstr>
      <vt:lpstr>Ask an LLM</vt:lpstr>
      <vt:lpstr>What is JSON?</vt:lpstr>
      <vt:lpstr>JSON Syntax</vt:lpstr>
      <vt:lpstr>JSON Key/Value Pairs</vt:lpstr>
      <vt:lpstr>JSON Example</vt:lpstr>
      <vt:lpstr>JSON VS XML</vt:lpstr>
      <vt:lpstr>JSON Exercise</vt:lpstr>
      <vt:lpstr>JSON Exercise - Answer</vt:lpstr>
      <vt:lpstr>Ask an LLM</vt:lpstr>
      <vt:lpstr>Web Frameworks for Python</vt:lpstr>
      <vt:lpstr>Common flow for web forms</vt:lpstr>
      <vt:lpstr>Notebook time</vt:lpstr>
      <vt:lpstr>GIT</vt:lpstr>
      <vt:lpstr>GIT</vt:lpstr>
      <vt:lpstr>Git and GitHub Notes</vt:lpstr>
      <vt:lpstr>Git</vt:lpstr>
      <vt:lpstr>Your workflow (part 1)</vt:lpstr>
      <vt:lpstr>A Commit</vt:lpstr>
      <vt:lpstr>Synchronizing with the server (1)</vt:lpstr>
      <vt:lpstr>Synchronizing with the server (2)</vt:lpstr>
      <vt:lpstr>The Full Git Process</vt:lpstr>
      <vt:lpstr>Your Workflow</vt:lpstr>
      <vt:lpstr>Your Workflow with Others</vt:lpstr>
      <vt:lpstr>Common Git commands</vt:lpstr>
      <vt:lpstr>Github Demo</vt:lpstr>
      <vt:lpstr>Farewell, and stay connected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Alanya Cannon</dc:creator>
  <cp:lastModifiedBy>Roberto Reif</cp:lastModifiedBy>
  <cp:revision>930</cp:revision>
  <dcterms:created xsi:type="dcterms:W3CDTF">2014-10-14T00:51:43Z</dcterms:created>
  <dcterms:modified xsi:type="dcterms:W3CDTF">2026-06-01T18:33:11Z</dcterms:modified>
</cp:coreProperties>
</file>